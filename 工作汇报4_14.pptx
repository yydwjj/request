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3" r:id="rId8"/>
    <p:sldId id="261" r:id="rId9"/>
    <p:sldId id="262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9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tags" Target="../tags/tag8.xml"/><Relationship Id="rId2" Type="http://schemas.openxmlformats.org/officeDocument/2006/relationships/image" Target="../media/image7.png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工作</a:t>
            </a:r>
            <a:r>
              <a:rPr lang="zh-CN" altLang="en-US"/>
              <a:t>汇报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软件需求</a:t>
            </a:r>
            <a:r>
              <a:rPr lang="en-US" altLang="zh-CN">
                <a:sym typeface="+mn-ea"/>
              </a:rPr>
              <a:t>G07</a:t>
            </a:r>
            <a:r>
              <a:rPr lang="zh-CN" altLang="en-US">
                <a:sym typeface="+mn-ea"/>
              </a:rPr>
              <a:t>小组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流程</a:t>
            </a:r>
            <a:r>
              <a:rPr lang="zh-CN" altLang="en-US"/>
              <a:t>总览</a:t>
            </a:r>
            <a:endParaRPr lang="zh-CN" altLang="en-US"/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99920" y="2691130"/>
            <a:ext cx="8391525" cy="2619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可行性分析的</a:t>
            </a:r>
            <a:r>
              <a:rPr lang="zh-CN" altLang="en-US"/>
              <a:t>迭代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34080" y="1825625"/>
            <a:ext cx="53225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需求优先级</a:t>
            </a:r>
            <a:r>
              <a:rPr lang="zh-CN" altLang="en-US"/>
              <a:t>分析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23540" y="2033905"/>
            <a:ext cx="6343650" cy="3933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需求</a:t>
            </a:r>
            <a:r>
              <a:rPr lang="zh-CN" altLang="en-US"/>
              <a:t>建模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2042795"/>
            <a:ext cx="5257800" cy="39160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26100" y="2533015"/>
            <a:ext cx="6181725" cy="2657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数据字典设计</a:t>
            </a:r>
            <a:r>
              <a:rPr lang="zh-CN" altLang="en-US"/>
              <a:t>初稿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16935" y="1825625"/>
            <a:ext cx="535686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第一版原型设计</a:t>
            </a:r>
            <a:r>
              <a:rPr lang="zh-CN" altLang="en-US"/>
              <a:t>完成</a:t>
            </a:r>
            <a:endParaRPr lang="zh-CN" altLang="en-US"/>
          </a:p>
        </p:txBody>
      </p:sp>
      <p:pic>
        <p:nvPicPr>
          <p:cNvPr id="8" name="内容占位符 7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5100" y="1691005"/>
            <a:ext cx="6320790" cy="31540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762115" y="1913255"/>
            <a:ext cx="5429885" cy="2709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接下来</a:t>
            </a:r>
            <a:r>
              <a:rPr lang="zh-CN" altLang="en-US"/>
              <a:t>任务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将原型和用户进行确认，征求</a:t>
            </a:r>
            <a:r>
              <a:rPr lang="zh-CN" altLang="en-US"/>
              <a:t>修改意见</a:t>
            </a:r>
            <a:endParaRPr lang="zh-CN" altLang="en-US"/>
          </a:p>
          <a:p>
            <a:pPr lvl="1"/>
            <a:r>
              <a:rPr lang="zh-CN" altLang="en-US"/>
              <a:t>进行可能的</a:t>
            </a:r>
            <a:r>
              <a:rPr lang="zh-CN" altLang="en-US"/>
              <a:t>修改</a:t>
            </a:r>
            <a:endParaRPr lang="zh-CN" altLang="en-US"/>
          </a:p>
          <a:p>
            <a:pPr lvl="1"/>
            <a:r>
              <a:rPr lang="zh-CN" altLang="en-US"/>
              <a:t>优化</a:t>
            </a:r>
            <a:r>
              <a:rPr lang="zh-CN" altLang="en-US"/>
              <a:t>设计</a:t>
            </a:r>
            <a:endParaRPr lang="zh-CN" altLang="en-US"/>
          </a:p>
          <a:p>
            <a:pPr lvl="0"/>
            <a:r>
              <a:rPr lang="zh-CN" altLang="en-US"/>
              <a:t>相应文档的</a:t>
            </a:r>
            <a:r>
              <a:rPr lang="zh-CN" altLang="en-US"/>
              <a:t>修改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296535" y="17913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commondata" val="eyJoZGlkIjoiMzFmYjk3N2ZmNjZjOThlMmRjOGRmMTg5Yzk2ZDIzZj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WPS 演示</Application>
  <PresentationFormat>宽屏</PresentationFormat>
  <Paragraphs>23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永远</dc:creator>
  <cp:lastModifiedBy>你好，陌路人</cp:lastModifiedBy>
  <cp:revision>4</cp:revision>
  <dcterms:created xsi:type="dcterms:W3CDTF">2023-08-09T12:44:00Z</dcterms:created>
  <dcterms:modified xsi:type="dcterms:W3CDTF">2025-04-14T06:32:24Z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