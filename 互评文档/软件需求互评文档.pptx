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sldIdLst>
    <p:sldId id="16604507" r:id="rId4"/>
    <p:sldId id="16604508" r:id="rId6"/>
    <p:sldId id="16604509" r:id="rId7"/>
    <p:sldId id="16604510" r:id="rId8"/>
    <p:sldId id="16604511" r:id="rId9"/>
    <p:sldId id="16604512" r:id="rId10"/>
    <p:sldId id="16604513" r:id="rId11"/>
    <p:sldId id="16604514" r:id="rId12"/>
    <p:sldId id="16604515" r:id="rId13"/>
    <p:sldId id="16604516" r:id="rId14"/>
    <p:sldId id="16604517" r:id="rId15"/>
    <p:sldId id="16604518" r:id="rId16"/>
    <p:sldId id="16604519" r:id="rId17"/>
    <p:sldId id="16604520" r:id="rId18"/>
    <p:sldId id="16604521" r:id="rId19"/>
    <p:sldId id="16604522" r:id="rId20"/>
    <p:sldId id="16604523" r:id="rId21"/>
    <p:sldId id="16604524" r:id="rId22"/>
    <p:sldId id="16604525" r:id="rId23"/>
    <p:sldId id="16604526" r:id="rId24"/>
    <p:sldId id="16604527" r:id="rId25"/>
    <p:sldId id="16604528" r:id="rId26"/>
    <p:sldId id="16604529" r:id="rId27"/>
    <p:sldId id="16604530" r:id="rId28"/>
    <p:sldId id="16604531" r:id="rId29"/>
    <p:sldId id="16604532" r:id="rId30"/>
    <p:sldId id="16604533" r:id="rId31"/>
    <p:sldId id="16604534" r:id="rId32"/>
    <p:sldId id="16604535" r:id="rId33"/>
    <p:sldId id="16604536" r:id="rId34"/>
    <p:sldId id="16604537" r:id="rId35"/>
    <p:sldId id="16604538" r:id="rId36"/>
    <p:sldId id="16604539" r:id="rId37"/>
    <p:sldId id="16604540" r:id="rId38"/>
    <p:sldId id="16604541" r:id="rId39"/>
    <p:sldId id="16604542" r:id="rId40"/>
    <p:sldId id="16604543" r:id="rId41"/>
    <p:sldId id="16604544" r:id="rId42"/>
    <p:sldId id="16604545" r:id="rId43"/>
    <p:sldId id="16604546" r:id="rId44"/>
    <p:sldId id="16604547" r:id="rId45"/>
    <p:sldId id="16604548" r:id="rId46"/>
    <p:sldId id="16604549" r:id="rId47"/>
    <p:sldId id="16604550" r:id="rId48"/>
    <p:sldId id="16604551" r:id="rId49"/>
    <p:sldId id="16604552" r:id="rId50"/>
    <p:sldId id="16604553" r:id="rId51"/>
    <p:sldId id="16604554" r:id="rId52"/>
    <p:sldId id="16604555" r:id="rId53"/>
    <p:sldId id="16604556" r:id="rId54"/>
    <p:sldId id="16604557" r:id="rId55"/>
    <p:sldId id="16604558" r:id="rId56"/>
    <p:sldId id="16604559" r:id="rId57"/>
    <p:sldId id="16604560" r:id="rId58"/>
    <p:sldId id="16604561" r:id="rId59"/>
    <p:sldId id="16604562" r:id="rId60"/>
    <p:sldId id="16604563" r:id="rId61"/>
    <p:sldId id="16604564" r:id="rId62"/>
    <p:sldId id="16604565" r:id="rId63"/>
    <p:sldId id="16604566" r:id="rId64"/>
    <p:sldId id="16604567" r:id="rId65"/>
    <p:sldId id="16604568" r:id="rId66"/>
    <p:sldId id="16604569" r:id="rId67"/>
    <p:sldId id="16604570" r:id="rId68"/>
    <p:sldId id="16604571" r:id="rId69"/>
    <p:sldId id="16604572" r:id="rId70"/>
    <p:sldId id="16604573" r:id="rId71"/>
    <p:sldId id="16604574" r:id="rId72"/>
    <p:sldId id="16604575" r:id="rId73"/>
    <p:sldId id="16604576" r:id="rId74"/>
    <p:sldId id="16604577" r:id="rId75"/>
    <p:sldId id="16604578" r:id="rId76"/>
    <p:sldId id="16604579" r:id="rId77"/>
    <p:sldId id="16604580" r:id="rId78"/>
    <p:sldId id="16604581" r:id="rId79"/>
    <p:sldId id="16604582" r:id="rId80"/>
    <p:sldId id="16604583" r:id="rId81"/>
    <p:sldId id="16604584" r:id="rId82"/>
    <p:sldId id="16604585" r:id="rId83"/>
    <p:sldId id="16604586" r:id="rId84"/>
    <p:sldId id="16604587" r:id="rId85"/>
    <p:sldId id="16604588" r:id="rId86"/>
    <p:sldId id="16604589" r:id="rId87"/>
    <p:sldId id="16604590" r:id="rId88"/>
    <p:sldId id="16604591" r:id="rId89"/>
    <p:sldId id="16604592" r:id="rId90"/>
    <p:sldId id="16604593" r:id="rId91"/>
    <p:sldId id="16604594" r:id="rId92"/>
  </p:sldIdLst>
  <p:sldSz cx="12192000" cy="6858000"/>
  <p:notesSz cx="6858000" cy="9144000"/>
  <p:custDataLst>
    <p:tags r:id="rId9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76" userDrawn="1">
          <p15:clr>
            <a:srgbClr val="A4A3A4"/>
          </p15:clr>
        </p15:guide>
        <p15:guide id="4" pos="70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588B"/>
    <a:srgbClr val="E3D8D8"/>
    <a:srgbClr val="A8D1F6"/>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4" d="100"/>
          <a:sy n="64" d="100"/>
        </p:scale>
        <p:origin x="96" y="1042"/>
      </p:cViewPr>
      <p:guideLst>
        <p:guide orient="horz" pos="2160"/>
        <p:guide pos="3840"/>
        <p:guide pos="576"/>
        <p:guide pos="7047"/>
      </p:guideLst>
    </p:cSldViewPr>
  </p:slid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72" d="100"/>
          <a:sy n="72" d="100"/>
        </p:scale>
        <p:origin x="2790" y="5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gs" Target="tags/tag741.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AB582-B0F7-4BC8-BE76-05E216E0F4D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805D2-B255-46B2-BB53-B9B985EE34F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1.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11.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10.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image" Target="file:///C:\Users\1V994W2\PycharmProjects\PPT_Background_Generation/pic_temp/pic_half_right.png" TargetMode="External"/><Relationship Id="rId6" Type="http://schemas.openxmlformats.org/officeDocument/2006/relationships/image" Target="../media/image5.png"/><Relationship Id="rId5" Type="http://schemas.openxmlformats.org/officeDocument/2006/relationships/tags" Target="../tags/tag18.xml"/><Relationship Id="rId4" Type="http://schemas.openxmlformats.org/officeDocument/2006/relationships/image" Target="file:///C:\Users\1V994W2\PycharmProjects\PPT_Background_Generation/pic_temp/pic_half_left.png" TargetMode="External"/><Relationship Id="rId3" Type="http://schemas.openxmlformats.org/officeDocument/2006/relationships/image" Target="../media/image4.png"/><Relationship Id="rId2" Type="http://schemas.openxmlformats.org/officeDocument/2006/relationships/tags" Target="../tags/tag17.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25.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24.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33.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3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image" Target="file:///C:\Users\1V994W2\Documents\Tencent%20Files\574576071\FileRecv\&#25340;&#35013;&#32032;&#26448;\&#20845;&#21313;\\58\subject_holdright_60,120,186_0_staid_full_0.png" TargetMode="External"/><Relationship Id="rId3" Type="http://schemas.openxmlformats.org/officeDocument/2006/relationships/image" Target="../media/image6.png"/><Relationship Id="rId2" Type="http://schemas.openxmlformats.org/officeDocument/2006/relationships/tags" Target="../tags/tag42.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53.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52.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61.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60.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68.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67.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73.xml"/><Relationship Id="rId10" Type="http://schemas.openxmlformats.org/officeDocument/2006/relationships/tags" Target="../tags/tag7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81.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80.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88.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87.xml"/><Relationship Id="rId2" Type="http://schemas.openxmlformats.org/officeDocument/2006/relationships/tags" Target="../tags/tag86.xml"/><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95.xml"/><Relationship Id="rId2" Type="http://schemas.openxmlformats.org/officeDocument/2006/relationships/tags" Target="../tags/tag94.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04.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03.xml"/><Relationship Id="rId2" Type="http://schemas.openxmlformats.org/officeDocument/2006/relationships/tags" Target="../tags/tag102.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13.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12.xml"/><Relationship Id="rId2" Type="http://schemas.openxmlformats.org/officeDocument/2006/relationships/tags" Target="../tags/tag111.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22.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21.xml"/><Relationship Id="rId2" Type="http://schemas.openxmlformats.org/officeDocument/2006/relationships/tags" Target="../tags/tag120.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33.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www.51pptmoban.com">
    <p:spTree>
      <p:nvGrpSpPr>
        <p:cNvPr id="1" name=""/>
        <p:cNvGrpSpPr/>
        <p:nvPr/>
      </p:nvGrpSpPr>
      <p:grpSpPr>
        <a:xfrm>
          <a:off x="0" y="0"/>
          <a:ext cx="0" cy="0"/>
          <a:chOff x="0" y="0"/>
          <a:chExt cx="0" cy="0"/>
        </a:xfrm>
      </p:grpSpPr>
      <p:sp>
        <p:nvSpPr>
          <p:cNvPr id="1467" name="任意多边形: 形状 1466"/>
          <p:cNvSpPr/>
          <p:nvPr/>
        </p:nvSpPr>
        <p:spPr>
          <a:xfrm>
            <a:off x="0" y="4242970"/>
            <a:ext cx="3331701" cy="2615030"/>
          </a:xfrm>
          <a:custGeom>
            <a:avLst/>
            <a:gdLst>
              <a:gd name="connsiteX0" fmla="*/ 260866 w 3331701"/>
              <a:gd name="connsiteY0" fmla="*/ 780 h 2615030"/>
              <a:gd name="connsiteX1" fmla="*/ 999193 w 3331701"/>
              <a:gd name="connsiteY1" fmla="*/ 804156 h 2615030"/>
              <a:gd name="connsiteX2" fmla="*/ 1931609 w 3331701"/>
              <a:gd name="connsiteY2" fmla="*/ 1151817 h 2615030"/>
              <a:gd name="connsiteX3" fmla="*/ 2580559 w 3331701"/>
              <a:gd name="connsiteY3" fmla="*/ 633818 h 2615030"/>
              <a:gd name="connsiteX4" fmla="*/ 2976793 w 3331701"/>
              <a:gd name="connsiteY4" fmla="*/ 1106031 h 2615030"/>
              <a:gd name="connsiteX5" fmla="*/ 2766917 w 3331701"/>
              <a:gd name="connsiteY5" fmla="*/ 1835399 h 2615030"/>
              <a:gd name="connsiteX6" fmla="*/ 3319339 w 3331701"/>
              <a:gd name="connsiteY6" fmla="*/ 2563489 h 2615030"/>
              <a:gd name="connsiteX7" fmla="*/ 3307967 w 3331701"/>
              <a:gd name="connsiteY7" fmla="*/ 2615030 h 2615030"/>
              <a:gd name="connsiteX8" fmla="*/ 0 w 3331701"/>
              <a:gd name="connsiteY8" fmla="*/ 2615030 h 2615030"/>
              <a:gd name="connsiteX9" fmla="*/ 0 w 3331701"/>
              <a:gd name="connsiteY9" fmla="*/ 42135 h 2615030"/>
              <a:gd name="connsiteX10" fmla="*/ 53135 w 3331701"/>
              <a:gd name="connsiteY10" fmla="*/ 22986 h 2615030"/>
              <a:gd name="connsiteX11" fmla="*/ 165540 w 3331701"/>
              <a:gd name="connsiteY11" fmla="*/ 1495 h 2615030"/>
              <a:gd name="connsiteX12" fmla="*/ 260866 w 3331701"/>
              <a:gd name="connsiteY12" fmla="*/ 780 h 2615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31701" h="2615030">
                <a:moveTo>
                  <a:pt x="260866" y="780"/>
                </a:moveTo>
                <a:cubicBezTo>
                  <a:pt x="720557" y="19231"/>
                  <a:pt x="928720" y="363013"/>
                  <a:pt x="999193" y="804156"/>
                </a:cubicBezTo>
                <a:cubicBezTo>
                  <a:pt x="1118651" y="1179340"/>
                  <a:pt x="1595756" y="1357120"/>
                  <a:pt x="1931609" y="1151817"/>
                </a:cubicBezTo>
                <a:cubicBezTo>
                  <a:pt x="2170902" y="1012640"/>
                  <a:pt x="2309641" y="723349"/>
                  <a:pt x="2580559" y="633818"/>
                </a:cubicBezTo>
                <a:cubicBezTo>
                  <a:pt x="2901285" y="531987"/>
                  <a:pt x="3114710" y="809032"/>
                  <a:pt x="2976793" y="1106031"/>
                </a:cubicBezTo>
                <a:cubicBezTo>
                  <a:pt x="2879877" y="1331928"/>
                  <a:pt x="2634947" y="1577791"/>
                  <a:pt x="2766917" y="1835399"/>
                </a:cubicBezTo>
                <a:cubicBezTo>
                  <a:pt x="3010170" y="2143490"/>
                  <a:pt x="3406772" y="2057584"/>
                  <a:pt x="3319339" y="2563489"/>
                </a:cubicBezTo>
                <a:lnTo>
                  <a:pt x="3307967" y="2615030"/>
                </a:lnTo>
                <a:lnTo>
                  <a:pt x="0" y="2615030"/>
                </a:lnTo>
                <a:lnTo>
                  <a:pt x="0" y="42135"/>
                </a:lnTo>
                <a:lnTo>
                  <a:pt x="53135" y="22986"/>
                </a:lnTo>
                <a:cubicBezTo>
                  <a:pt x="88545" y="13307"/>
                  <a:pt x="125979" y="6068"/>
                  <a:pt x="165540" y="1495"/>
                </a:cubicBezTo>
                <a:cubicBezTo>
                  <a:pt x="198456" y="-235"/>
                  <a:pt x="230220" y="-450"/>
                  <a:pt x="260866" y="78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2" name="图形 4"/>
          <p:cNvGrpSpPr/>
          <p:nvPr userDrawn="1"/>
        </p:nvGrpSpPr>
        <p:grpSpPr>
          <a:xfrm>
            <a:off x="1252909" y="6352574"/>
            <a:ext cx="2140083" cy="802799"/>
            <a:chOff x="3482122" y="4029292"/>
            <a:chExt cx="479834" cy="179998"/>
          </a:xfrm>
          <a:solidFill>
            <a:srgbClr val="3D5F7C"/>
          </a:solidFill>
        </p:grpSpPr>
        <p:sp>
          <p:nvSpPr>
            <p:cNvPr id="3" name="任意多边形: 形状 2"/>
            <p:cNvSpPr/>
            <p:nvPr/>
          </p:nvSpPr>
          <p:spPr>
            <a:xfrm>
              <a:off x="3482122" y="4029292"/>
              <a:ext cx="479834" cy="179998"/>
            </a:xfrm>
            <a:custGeom>
              <a:avLst/>
              <a:gdLst>
                <a:gd name="connsiteX0" fmla="*/ 5750 w 479834"/>
                <a:gd name="connsiteY0" fmla="*/ 177213 h 179998"/>
                <a:gd name="connsiteX1" fmla="*/ 122207 w 479834"/>
                <a:gd name="connsiteY1" fmla="*/ 132035 h 179998"/>
                <a:gd name="connsiteX2" fmla="*/ 212491 w 479834"/>
                <a:gd name="connsiteY2" fmla="*/ 34185 h 179998"/>
                <a:gd name="connsiteX3" fmla="*/ 317954 w 479834"/>
                <a:gd name="connsiteY3" fmla="*/ 40091 h 179998"/>
                <a:gd name="connsiteX4" fmla="*/ 362155 w 479834"/>
                <a:gd name="connsiteY4" fmla="*/ 132628 h 179998"/>
                <a:gd name="connsiteX5" fmla="*/ 409480 w 479834"/>
                <a:gd name="connsiteY5" fmla="*/ 173482 h 179998"/>
                <a:gd name="connsiteX6" fmla="*/ 474319 w 479834"/>
                <a:gd name="connsiteY6" fmla="*/ 174826 h 179998"/>
                <a:gd name="connsiteX7" fmla="*/ 470028 w 479834"/>
                <a:gd name="connsiteY7" fmla="*/ 159264 h 179998"/>
                <a:gd name="connsiteX8" fmla="*/ 414561 w 479834"/>
                <a:gd name="connsiteY8" fmla="*/ 158233 h 179998"/>
                <a:gd name="connsiteX9" fmla="*/ 375706 w 479834"/>
                <a:gd name="connsiteY9" fmla="*/ 123833 h 179998"/>
                <a:gd name="connsiteX10" fmla="*/ 331165 w 479834"/>
                <a:gd name="connsiteY10" fmla="*/ 30954 h 179998"/>
                <a:gd name="connsiteX11" fmla="*/ 287087 w 479834"/>
                <a:gd name="connsiteY11" fmla="*/ 2191 h 179998"/>
                <a:gd name="connsiteX12" fmla="*/ 225977 w 479834"/>
                <a:gd name="connsiteY12" fmla="*/ 8558 h 179998"/>
                <a:gd name="connsiteX13" fmla="*/ 131904 w 479834"/>
                <a:gd name="connsiteY13" fmla="*/ 96258 h 179998"/>
                <a:gd name="connsiteX14" fmla="*/ 10040 w 479834"/>
                <a:gd name="connsiteY14" fmla="*/ 161648 h 179998"/>
                <a:gd name="connsiteX15" fmla="*/ 5750 w 479834"/>
                <a:gd name="connsiteY15" fmla="*/ 177213 h 17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9834" h="179998">
                  <a:moveTo>
                    <a:pt x="5750" y="177213"/>
                  </a:moveTo>
                  <a:cubicBezTo>
                    <a:pt x="50228" y="188323"/>
                    <a:pt x="92495" y="163233"/>
                    <a:pt x="122207" y="132035"/>
                  </a:cubicBezTo>
                  <a:cubicBezTo>
                    <a:pt x="152654" y="100063"/>
                    <a:pt x="175241" y="59231"/>
                    <a:pt x="212491" y="34185"/>
                  </a:cubicBezTo>
                  <a:cubicBezTo>
                    <a:pt x="244943" y="12366"/>
                    <a:pt x="291007" y="6797"/>
                    <a:pt x="317954" y="40091"/>
                  </a:cubicBezTo>
                  <a:cubicBezTo>
                    <a:pt x="339630" y="66870"/>
                    <a:pt x="344593" y="103418"/>
                    <a:pt x="362155" y="132628"/>
                  </a:cubicBezTo>
                  <a:cubicBezTo>
                    <a:pt x="373352" y="151251"/>
                    <a:pt x="389211" y="165428"/>
                    <a:pt x="409480" y="173482"/>
                  </a:cubicBezTo>
                  <a:cubicBezTo>
                    <a:pt x="429958" y="181616"/>
                    <a:pt x="453547" y="182216"/>
                    <a:pt x="474319" y="174826"/>
                  </a:cubicBezTo>
                  <a:cubicBezTo>
                    <a:pt x="484035" y="171370"/>
                    <a:pt x="479849" y="155769"/>
                    <a:pt x="470028" y="159264"/>
                  </a:cubicBezTo>
                  <a:cubicBezTo>
                    <a:pt x="451951" y="165697"/>
                    <a:pt x="432433" y="165211"/>
                    <a:pt x="414561" y="158233"/>
                  </a:cubicBezTo>
                  <a:cubicBezTo>
                    <a:pt x="397729" y="151660"/>
                    <a:pt x="384825" y="139198"/>
                    <a:pt x="375706" y="123833"/>
                  </a:cubicBezTo>
                  <a:cubicBezTo>
                    <a:pt x="358125" y="94198"/>
                    <a:pt x="352600" y="58465"/>
                    <a:pt x="331165" y="30954"/>
                  </a:cubicBezTo>
                  <a:cubicBezTo>
                    <a:pt x="320085" y="16730"/>
                    <a:pt x="304797" y="6207"/>
                    <a:pt x="287087" y="2191"/>
                  </a:cubicBezTo>
                  <a:cubicBezTo>
                    <a:pt x="266686" y="-2437"/>
                    <a:pt x="245133" y="537"/>
                    <a:pt x="225977" y="8558"/>
                  </a:cubicBezTo>
                  <a:cubicBezTo>
                    <a:pt x="185142" y="25659"/>
                    <a:pt x="158826" y="63024"/>
                    <a:pt x="131904" y="96258"/>
                  </a:cubicBezTo>
                  <a:cubicBezTo>
                    <a:pt x="102903" y="132057"/>
                    <a:pt x="61036" y="174385"/>
                    <a:pt x="10040" y="161648"/>
                  </a:cubicBezTo>
                  <a:cubicBezTo>
                    <a:pt x="-38" y="159132"/>
                    <a:pt x="-4337" y="174692"/>
                    <a:pt x="5750" y="17721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4" name="任意多边形: 形状 3"/>
            <p:cNvSpPr/>
            <p:nvPr/>
          </p:nvSpPr>
          <p:spPr>
            <a:xfrm>
              <a:off x="3655919" y="4104720"/>
              <a:ext cx="143589" cy="103291"/>
            </a:xfrm>
            <a:custGeom>
              <a:avLst/>
              <a:gdLst>
                <a:gd name="connsiteX0" fmla="*/ 15907 w 143589"/>
                <a:gd name="connsiteY0" fmla="*/ 97601 h 103291"/>
                <a:gd name="connsiteX1" fmla="*/ 39849 w 143589"/>
                <a:gd name="connsiteY1" fmla="*/ 45028 h 103291"/>
                <a:gd name="connsiteX2" fmla="*/ 78427 w 143589"/>
                <a:gd name="connsiteY2" fmla="*/ 16767 h 103291"/>
                <a:gd name="connsiteX3" fmla="*/ 102027 w 143589"/>
                <a:gd name="connsiteY3" fmla="*/ 59611 h 103291"/>
                <a:gd name="connsiteX4" fmla="*/ 133587 w 143589"/>
                <a:gd name="connsiteY4" fmla="*/ 97371 h 103291"/>
                <a:gd name="connsiteX5" fmla="*/ 137878 w 143589"/>
                <a:gd name="connsiteY5" fmla="*/ 81808 h 103291"/>
                <a:gd name="connsiteX6" fmla="*/ 111584 w 143589"/>
                <a:gd name="connsiteY6" fmla="*/ 33410 h 103291"/>
                <a:gd name="connsiteX7" fmla="*/ 72049 w 143589"/>
                <a:gd name="connsiteY7" fmla="*/ 86 h 103291"/>
                <a:gd name="connsiteX8" fmla="*/ 27022 w 143589"/>
                <a:gd name="connsiteY8" fmla="*/ 35212 h 103291"/>
                <a:gd name="connsiteX9" fmla="*/ 342 w 143589"/>
                <a:gd name="connsiteY9" fmla="*/ 93311 h 103291"/>
                <a:gd name="connsiteX10" fmla="*/ 15907 w 143589"/>
                <a:gd name="connsiteY10" fmla="*/ 97601 h 103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589" h="103291">
                  <a:moveTo>
                    <a:pt x="15907" y="97601"/>
                  </a:moveTo>
                  <a:cubicBezTo>
                    <a:pt x="21190" y="78914"/>
                    <a:pt x="29173" y="61259"/>
                    <a:pt x="39849" y="45028"/>
                  </a:cubicBezTo>
                  <a:cubicBezTo>
                    <a:pt x="47404" y="33545"/>
                    <a:pt x="61759" y="11745"/>
                    <a:pt x="78427" y="16767"/>
                  </a:cubicBezTo>
                  <a:cubicBezTo>
                    <a:pt x="95539" y="21924"/>
                    <a:pt x="97923" y="45291"/>
                    <a:pt x="102027" y="59611"/>
                  </a:cubicBezTo>
                  <a:cubicBezTo>
                    <a:pt x="106742" y="76056"/>
                    <a:pt x="115965" y="92573"/>
                    <a:pt x="133587" y="97371"/>
                  </a:cubicBezTo>
                  <a:cubicBezTo>
                    <a:pt x="143622" y="100103"/>
                    <a:pt x="147904" y="84538"/>
                    <a:pt x="137878" y="81808"/>
                  </a:cubicBezTo>
                  <a:cubicBezTo>
                    <a:pt x="118091" y="76418"/>
                    <a:pt x="117027" y="49310"/>
                    <a:pt x="111584" y="33410"/>
                  </a:cubicBezTo>
                  <a:cubicBezTo>
                    <a:pt x="105711" y="16260"/>
                    <a:pt x="92192" y="-1384"/>
                    <a:pt x="72049" y="86"/>
                  </a:cubicBezTo>
                  <a:cubicBezTo>
                    <a:pt x="51637" y="1575"/>
                    <a:pt x="37567" y="19543"/>
                    <a:pt x="27022" y="35212"/>
                  </a:cubicBezTo>
                  <a:cubicBezTo>
                    <a:pt x="15073" y="52969"/>
                    <a:pt x="6160" y="72731"/>
                    <a:pt x="342" y="93311"/>
                  </a:cubicBezTo>
                  <a:cubicBezTo>
                    <a:pt x="-2486" y="103321"/>
                    <a:pt x="13081" y="107595"/>
                    <a:pt x="15907" y="9760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1469" name="任意多边形: 形状 1468"/>
          <p:cNvSpPr/>
          <p:nvPr/>
        </p:nvSpPr>
        <p:spPr>
          <a:xfrm>
            <a:off x="0" y="0"/>
            <a:ext cx="2208395" cy="3017861"/>
          </a:xfrm>
          <a:custGeom>
            <a:avLst/>
            <a:gdLst>
              <a:gd name="connsiteX0" fmla="*/ 0 w 2208395"/>
              <a:gd name="connsiteY0" fmla="*/ 0 h 3017861"/>
              <a:gd name="connsiteX1" fmla="*/ 2203321 w 2208395"/>
              <a:gd name="connsiteY1" fmla="*/ 0 h 3017861"/>
              <a:gd name="connsiteX2" fmla="*/ 2203042 w 2208395"/>
              <a:gd name="connsiteY2" fmla="*/ 11354 h 3017861"/>
              <a:gd name="connsiteX3" fmla="*/ 2039711 w 2208395"/>
              <a:gd name="connsiteY3" fmla="*/ 665617 h 3017861"/>
              <a:gd name="connsiteX4" fmla="*/ 754062 w 2208395"/>
              <a:gd name="connsiteY4" fmla="*/ 1187677 h 3017861"/>
              <a:gd name="connsiteX5" fmla="*/ 1146629 w 2208395"/>
              <a:gd name="connsiteY5" fmla="*/ 2162629 h 3017861"/>
              <a:gd name="connsiteX6" fmla="*/ 783771 w 2208395"/>
              <a:gd name="connsiteY6" fmla="*/ 2946400 h 3017861"/>
              <a:gd name="connsiteX7" fmla="*/ 17190 w 2208395"/>
              <a:gd name="connsiteY7" fmla="*/ 2719304 h 3017861"/>
              <a:gd name="connsiteX8" fmla="*/ 0 w 2208395"/>
              <a:gd name="connsiteY8" fmla="*/ 2700968 h 3017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8395" h="3017861">
                <a:moveTo>
                  <a:pt x="0" y="0"/>
                </a:moveTo>
                <a:lnTo>
                  <a:pt x="2203321" y="0"/>
                </a:lnTo>
                <a:lnTo>
                  <a:pt x="2203042" y="11354"/>
                </a:lnTo>
                <a:cubicBezTo>
                  <a:pt x="2204356" y="293679"/>
                  <a:pt x="2251477" y="475481"/>
                  <a:pt x="2039711" y="665617"/>
                </a:cubicBezTo>
                <a:cubicBezTo>
                  <a:pt x="1797693" y="882915"/>
                  <a:pt x="840996" y="838163"/>
                  <a:pt x="754062" y="1187677"/>
                </a:cubicBezTo>
                <a:cubicBezTo>
                  <a:pt x="667128" y="1537191"/>
                  <a:pt x="1141678" y="1869509"/>
                  <a:pt x="1146629" y="2162629"/>
                </a:cubicBezTo>
                <a:cubicBezTo>
                  <a:pt x="1151580" y="2455749"/>
                  <a:pt x="954315" y="2889704"/>
                  <a:pt x="783771" y="2946400"/>
                </a:cubicBezTo>
                <a:cubicBezTo>
                  <a:pt x="645204" y="2992466"/>
                  <a:pt x="460676" y="3165040"/>
                  <a:pt x="17190" y="2719304"/>
                </a:cubicBezTo>
                <a:lnTo>
                  <a:pt x="0" y="2700968"/>
                </a:ln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463" name="任意多边形: 形状 1462"/>
          <p:cNvSpPr/>
          <p:nvPr/>
        </p:nvSpPr>
        <p:spPr>
          <a:xfrm>
            <a:off x="8800862" y="0"/>
            <a:ext cx="3391138" cy="2646533"/>
          </a:xfrm>
          <a:custGeom>
            <a:avLst/>
            <a:gdLst>
              <a:gd name="connsiteX0" fmla="*/ 77024 w 3391138"/>
              <a:gd name="connsiteY0" fmla="*/ 0 h 2646533"/>
              <a:gd name="connsiteX1" fmla="*/ 3391138 w 3391138"/>
              <a:gd name="connsiteY1" fmla="*/ 0 h 2646533"/>
              <a:gd name="connsiteX2" fmla="*/ 3391138 w 3391138"/>
              <a:gd name="connsiteY2" fmla="*/ 2645254 h 2646533"/>
              <a:gd name="connsiteX3" fmla="*/ 3286504 w 3391138"/>
              <a:gd name="connsiteY3" fmla="*/ 2646533 h 2646533"/>
              <a:gd name="connsiteX4" fmla="*/ 2237083 w 3391138"/>
              <a:gd name="connsiteY4" fmla="*/ 1630183 h 2646533"/>
              <a:gd name="connsiteX5" fmla="*/ 1900050 w 3391138"/>
              <a:gd name="connsiteY5" fmla="*/ 546312 h 2646533"/>
              <a:gd name="connsiteX6" fmla="*/ 913324 w 3391138"/>
              <a:gd name="connsiteY6" fmla="*/ 511314 h 2646533"/>
              <a:gd name="connsiteX7" fmla="*/ 37315 w 3391138"/>
              <a:gd name="connsiteY7" fmla="*/ 110447 h 264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1138" h="2646533">
                <a:moveTo>
                  <a:pt x="77024" y="0"/>
                </a:moveTo>
                <a:lnTo>
                  <a:pt x="3391138" y="0"/>
                </a:lnTo>
                <a:lnTo>
                  <a:pt x="3391138" y="2645254"/>
                </a:lnTo>
                <a:lnTo>
                  <a:pt x="3286504" y="2646533"/>
                </a:lnTo>
                <a:cubicBezTo>
                  <a:pt x="2740738" y="2619629"/>
                  <a:pt x="2339237" y="2195306"/>
                  <a:pt x="2237083" y="1630183"/>
                </a:cubicBezTo>
                <a:cubicBezTo>
                  <a:pt x="2144070" y="1262107"/>
                  <a:pt x="2100530" y="873581"/>
                  <a:pt x="1900050" y="546312"/>
                </a:cubicBezTo>
                <a:cubicBezTo>
                  <a:pt x="1655707" y="147431"/>
                  <a:pt x="1175948" y="78521"/>
                  <a:pt x="913324" y="511314"/>
                </a:cubicBezTo>
                <a:cubicBezTo>
                  <a:pt x="356979" y="1428162"/>
                  <a:pt x="-142575" y="803598"/>
                  <a:pt x="37315" y="110447"/>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1294" name="图形 4"/>
          <p:cNvGrpSpPr/>
          <p:nvPr/>
        </p:nvGrpSpPr>
        <p:grpSpPr>
          <a:xfrm>
            <a:off x="6789055" y="-112319"/>
            <a:ext cx="1531260" cy="1016113"/>
            <a:chOff x="4146483" y="2502479"/>
            <a:chExt cx="594082" cy="394221"/>
          </a:xfrm>
          <a:solidFill>
            <a:srgbClr val="3D5F7C"/>
          </a:solidFill>
        </p:grpSpPr>
        <p:sp>
          <p:nvSpPr>
            <p:cNvPr id="1295" name="任意多边形: 形状 1294"/>
            <p:cNvSpPr/>
            <p:nvPr/>
          </p:nvSpPr>
          <p:spPr>
            <a:xfrm>
              <a:off x="4146483" y="2530729"/>
              <a:ext cx="594082" cy="365972"/>
            </a:xfrm>
            <a:custGeom>
              <a:avLst/>
              <a:gdLst>
                <a:gd name="connsiteX0" fmla="*/ 578350 w 594082"/>
                <a:gd name="connsiteY0" fmla="*/ 19610 h 365972"/>
                <a:gd name="connsiteX1" fmla="*/ 553598 w 594082"/>
                <a:gd name="connsiteY1" fmla="*/ 100433 h 365972"/>
                <a:gd name="connsiteX2" fmla="*/ 516285 w 594082"/>
                <a:gd name="connsiteY2" fmla="*/ 125262 h 365972"/>
                <a:gd name="connsiteX3" fmla="*/ 460409 w 594082"/>
                <a:gd name="connsiteY3" fmla="*/ 133659 h 365972"/>
                <a:gd name="connsiteX4" fmla="*/ 363135 w 594082"/>
                <a:gd name="connsiteY4" fmla="*/ 154584 h 365972"/>
                <a:gd name="connsiteX5" fmla="*/ 333056 w 594082"/>
                <a:gd name="connsiteY5" fmla="*/ 190624 h 365972"/>
                <a:gd name="connsiteX6" fmla="*/ 322434 w 594082"/>
                <a:gd name="connsiteY6" fmla="*/ 236197 h 365972"/>
                <a:gd name="connsiteX7" fmla="*/ 296185 w 594082"/>
                <a:gd name="connsiteY7" fmla="*/ 324347 h 365972"/>
                <a:gd name="connsiteX8" fmla="*/ 211889 w 594082"/>
                <a:gd name="connsiteY8" fmla="*/ 349192 h 365972"/>
                <a:gd name="connsiteX9" fmla="*/ 139134 w 594082"/>
                <a:gd name="connsiteY9" fmla="*/ 288592 h 365972"/>
                <a:gd name="connsiteX10" fmla="*/ 117051 w 594082"/>
                <a:gd name="connsiteY10" fmla="*/ 189680 h 365972"/>
                <a:gd name="connsiteX11" fmla="*/ 93857 w 594082"/>
                <a:gd name="connsiteY11" fmla="*/ 89702 h 365972"/>
                <a:gd name="connsiteX12" fmla="*/ 31801 w 594082"/>
                <a:gd name="connsiteY12" fmla="*/ 14360 h 365972"/>
                <a:gd name="connsiteX13" fmla="*/ 11035 w 594082"/>
                <a:gd name="connsiteY13" fmla="*/ 987 h 365972"/>
                <a:gd name="connsiteX14" fmla="*/ 3499 w 594082"/>
                <a:gd name="connsiteY14" fmla="*/ 13339 h 365972"/>
                <a:gd name="connsiteX15" fmla="*/ 74641 w 594082"/>
                <a:gd name="connsiteY15" fmla="*/ 84021 h 365972"/>
                <a:gd name="connsiteX16" fmla="*/ 101947 w 594082"/>
                <a:gd name="connsiteY16" fmla="*/ 183799 h 365972"/>
                <a:gd name="connsiteX17" fmla="*/ 122474 w 594082"/>
                <a:gd name="connsiteY17" fmla="*/ 286765 h 365972"/>
                <a:gd name="connsiteX18" fmla="*/ 192105 w 594082"/>
                <a:gd name="connsiteY18" fmla="*/ 357910 h 365972"/>
                <a:gd name="connsiteX19" fmla="*/ 286784 w 594082"/>
                <a:gd name="connsiteY19" fmla="*/ 350624 h 365972"/>
                <a:gd name="connsiteX20" fmla="*/ 319922 w 594082"/>
                <a:gd name="connsiteY20" fmla="*/ 315563 h 365972"/>
                <a:gd name="connsiteX21" fmla="*/ 333262 w 594082"/>
                <a:gd name="connsiteY21" fmla="*/ 268136 h 365972"/>
                <a:gd name="connsiteX22" fmla="*/ 357781 w 594082"/>
                <a:gd name="connsiteY22" fmla="*/ 177981 h 365972"/>
                <a:gd name="connsiteX23" fmla="*/ 450888 w 594082"/>
                <a:gd name="connsiteY23" fmla="*/ 148524 h 365972"/>
                <a:gd name="connsiteX24" fmla="*/ 553758 w 594082"/>
                <a:gd name="connsiteY24" fmla="*/ 120280 h 365972"/>
                <a:gd name="connsiteX25" fmla="*/ 593970 w 594082"/>
                <a:gd name="connsiteY25" fmla="*/ 39457 h 365972"/>
                <a:gd name="connsiteX26" fmla="*/ 592374 w 594082"/>
                <a:gd name="connsiteY26" fmla="*/ 16036 h 365972"/>
                <a:gd name="connsiteX27" fmla="*/ 578350 w 594082"/>
                <a:gd name="connsiteY27" fmla="*/ 19610 h 365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4082" h="365972">
                  <a:moveTo>
                    <a:pt x="578350" y="19610"/>
                  </a:moveTo>
                  <a:cubicBezTo>
                    <a:pt x="583370" y="48403"/>
                    <a:pt x="573240" y="79047"/>
                    <a:pt x="553598" y="100433"/>
                  </a:cubicBezTo>
                  <a:cubicBezTo>
                    <a:pt x="543333" y="111609"/>
                    <a:pt x="530668" y="120308"/>
                    <a:pt x="516285" y="125262"/>
                  </a:cubicBezTo>
                  <a:cubicBezTo>
                    <a:pt x="498309" y="131456"/>
                    <a:pt x="479260" y="132806"/>
                    <a:pt x="460409" y="133659"/>
                  </a:cubicBezTo>
                  <a:cubicBezTo>
                    <a:pt x="427472" y="135148"/>
                    <a:pt x="391675" y="135719"/>
                    <a:pt x="363135" y="154584"/>
                  </a:cubicBezTo>
                  <a:cubicBezTo>
                    <a:pt x="349619" y="163516"/>
                    <a:pt x="339519" y="175805"/>
                    <a:pt x="333056" y="190624"/>
                  </a:cubicBezTo>
                  <a:cubicBezTo>
                    <a:pt x="326774" y="205031"/>
                    <a:pt x="324302" y="220692"/>
                    <a:pt x="322434" y="236197"/>
                  </a:cubicBezTo>
                  <a:cubicBezTo>
                    <a:pt x="318783" y="266465"/>
                    <a:pt x="318199" y="300679"/>
                    <a:pt x="296185" y="324347"/>
                  </a:cubicBezTo>
                  <a:cubicBezTo>
                    <a:pt x="275059" y="347061"/>
                    <a:pt x="241913" y="356486"/>
                    <a:pt x="211889" y="349192"/>
                  </a:cubicBezTo>
                  <a:cubicBezTo>
                    <a:pt x="179681" y="341369"/>
                    <a:pt x="153626" y="317964"/>
                    <a:pt x="139134" y="288592"/>
                  </a:cubicBezTo>
                  <a:cubicBezTo>
                    <a:pt x="124041" y="258005"/>
                    <a:pt x="120823" y="223093"/>
                    <a:pt x="117051" y="189680"/>
                  </a:cubicBezTo>
                  <a:cubicBezTo>
                    <a:pt x="113186" y="155451"/>
                    <a:pt x="108657" y="121205"/>
                    <a:pt x="93857" y="89702"/>
                  </a:cubicBezTo>
                  <a:cubicBezTo>
                    <a:pt x="79867" y="59919"/>
                    <a:pt x="58193" y="33941"/>
                    <a:pt x="31801" y="14360"/>
                  </a:cubicBezTo>
                  <a:cubicBezTo>
                    <a:pt x="25176" y="9447"/>
                    <a:pt x="18233" y="5008"/>
                    <a:pt x="11035" y="987"/>
                  </a:cubicBezTo>
                  <a:cubicBezTo>
                    <a:pt x="2909" y="-3553"/>
                    <a:pt x="-4643" y="8791"/>
                    <a:pt x="3499" y="13339"/>
                  </a:cubicBezTo>
                  <a:cubicBezTo>
                    <a:pt x="33172" y="29914"/>
                    <a:pt x="57899" y="54424"/>
                    <a:pt x="74641" y="84021"/>
                  </a:cubicBezTo>
                  <a:cubicBezTo>
                    <a:pt x="92033" y="114766"/>
                    <a:pt x="97920" y="149141"/>
                    <a:pt x="101947" y="183799"/>
                  </a:cubicBezTo>
                  <a:cubicBezTo>
                    <a:pt x="105993" y="218619"/>
                    <a:pt x="108857" y="254069"/>
                    <a:pt x="122474" y="286765"/>
                  </a:cubicBezTo>
                  <a:cubicBezTo>
                    <a:pt x="135707" y="318540"/>
                    <a:pt x="160169" y="344589"/>
                    <a:pt x="192105" y="357910"/>
                  </a:cubicBezTo>
                  <a:cubicBezTo>
                    <a:pt x="222727" y="370682"/>
                    <a:pt x="258543" y="368299"/>
                    <a:pt x="286784" y="350624"/>
                  </a:cubicBezTo>
                  <a:cubicBezTo>
                    <a:pt x="300555" y="342002"/>
                    <a:pt x="312416" y="330053"/>
                    <a:pt x="319922" y="315563"/>
                  </a:cubicBezTo>
                  <a:cubicBezTo>
                    <a:pt x="327592" y="300758"/>
                    <a:pt x="330999" y="284526"/>
                    <a:pt x="333262" y="268136"/>
                  </a:cubicBezTo>
                  <a:cubicBezTo>
                    <a:pt x="337401" y="238139"/>
                    <a:pt x="336131" y="201921"/>
                    <a:pt x="357781" y="177981"/>
                  </a:cubicBezTo>
                  <a:cubicBezTo>
                    <a:pt x="380944" y="152367"/>
                    <a:pt x="418671" y="149890"/>
                    <a:pt x="450888" y="148524"/>
                  </a:cubicBezTo>
                  <a:cubicBezTo>
                    <a:pt x="487301" y="146980"/>
                    <a:pt x="524553" y="144621"/>
                    <a:pt x="553758" y="120280"/>
                  </a:cubicBezTo>
                  <a:cubicBezTo>
                    <a:pt x="577478" y="100510"/>
                    <a:pt x="592437" y="70266"/>
                    <a:pt x="593970" y="39457"/>
                  </a:cubicBezTo>
                  <a:cubicBezTo>
                    <a:pt x="594360" y="31614"/>
                    <a:pt x="593720" y="23766"/>
                    <a:pt x="592374" y="16036"/>
                  </a:cubicBezTo>
                  <a:cubicBezTo>
                    <a:pt x="590774" y="6868"/>
                    <a:pt x="576757" y="10470"/>
                    <a:pt x="578350" y="1961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296" name="任意多边形: 形状 1295"/>
            <p:cNvSpPr/>
            <p:nvPr/>
          </p:nvSpPr>
          <p:spPr>
            <a:xfrm>
              <a:off x="4277165" y="2502479"/>
              <a:ext cx="309804" cy="236772"/>
            </a:xfrm>
            <a:custGeom>
              <a:avLst/>
              <a:gdLst>
                <a:gd name="connsiteX0" fmla="*/ 295317 w 309804"/>
                <a:gd name="connsiteY0" fmla="*/ 6824 h 236772"/>
                <a:gd name="connsiteX1" fmla="*/ 232607 w 309804"/>
                <a:gd name="connsiteY1" fmla="*/ 82432 h 236772"/>
                <a:gd name="connsiteX2" fmla="*/ 151085 w 309804"/>
                <a:gd name="connsiteY2" fmla="*/ 147616 h 236772"/>
                <a:gd name="connsiteX3" fmla="*/ 126942 w 309804"/>
                <a:gd name="connsiteY3" fmla="*/ 200458 h 236772"/>
                <a:gd name="connsiteX4" fmla="*/ 88718 w 309804"/>
                <a:gd name="connsiteY4" fmla="*/ 221880 h 236772"/>
                <a:gd name="connsiteX5" fmla="*/ 53542 w 309804"/>
                <a:gd name="connsiteY5" fmla="*/ 192281 h 236772"/>
                <a:gd name="connsiteX6" fmla="*/ 45065 w 309804"/>
                <a:gd name="connsiteY6" fmla="*/ 134144 h 236772"/>
                <a:gd name="connsiteX7" fmla="*/ 10767 w 309804"/>
                <a:gd name="connsiteY7" fmla="*/ 26635 h 236772"/>
                <a:gd name="connsiteX8" fmla="*/ 3232 w 309804"/>
                <a:gd name="connsiteY8" fmla="*/ 38988 h 236772"/>
                <a:gd name="connsiteX9" fmla="*/ 30562 w 309804"/>
                <a:gd name="connsiteY9" fmla="*/ 138588 h 236772"/>
                <a:gd name="connsiteX10" fmla="*/ 40915 w 309804"/>
                <a:gd name="connsiteY10" fmla="*/ 199345 h 236772"/>
                <a:gd name="connsiteX11" fmla="*/ 79199 w 309804"/>
                <a:gd name="connsiteY11" fmla="*/ 234252 h 236772"/>
                <a:gd name="connsiteX12" fmla="*/ 127680 w 309804"/>
                <a:gd name="connsiteY12" fmla="*/ 222700 h 236772"/>
                <a:gd name="connsiteX13" fmla="*/ 155210 w 309804"/>
                <a:gd name="connsiteY13" fmla="*/ 172302 h 236772"/>
                <a:gd name="connsiteX14" fmla="*/ 188112 w 309804"/>
                <a:gd name="connsiteY14" fmla="*/ 127722 h 236772"/>
                <a:gd name="connsiteX15" fmla="*/ 234873 w 309804"/>
                <a:gd name="connsiteY15" fmla="*/ 97879 h 236772"/>
                <a:gd name="connsiteX16" fmla="*/ 309782 w 309804"/>
                <a:gd name="connsiteY16" fmla="*/ 7093 h 236772"/>
                <a:gd name="connsiteX17" fmla="*/ 295317 w 309804"/>
                <a:gd name="connsiteY17" fmla="*/ 6824 h 236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9804" h="236772">
                  <a:moveTo>
                    <a:pt x="295317" y="6824"/>
                  </a:moveTo>
                  <a:cubicBezTo>
                    <a:pt x="292732" y="42017"/>
                    <a:pt x="260456" y="65918"/>
                    <a:pt x="232607" y="82432"/>
                  </a:cubicBezTo>
                  <a:cubicBezTo>
                    <a:pt x="202791" y="100112"/>
                    <a:pt x="169456" y="116752"/>
                    <a:pt x="151085" y="147616"/>
                  </a:cubicBezTo>
                  <a:cubicBezTo>
                    <a:pt x="141130" y="164341"/>
                    <a:pt x="137155" y="183892"/>
                    <a:pt x="126942" y="200458"/>
                  </a:cubicBezTo>
                  <a:cubicBezTo>
                    <a:pt x="118742" y="213757"/>
                    <a:pt x="105328" y="225109"/>
                    <a:pt x="88718" y="221880"/>
                  </a:cubicBezTo>
                  <a:cubicBezTo>
                    <a:pt x="73095" y="218840"/>
                    <a:pt x="60460" y="206071"/>
                    <a:pt x="53542" y="192281"/>
                  </a:cubicBezTo>
                  <a:cubicBezTo>
                    <a:pt x="44684" y="174626"/>
                    <a:pt x="44835" y="153418"/>
                    <a:pt x="45065" y="134144"/>
                  </a:cubicBezTo>
                  <a:cubicBezTo>
                    <a:pt x="45515" y="96307"/>
                    <a:pt x="46006" y="50416"/>
                    <a:pt x="10767" y="26635"/>
                  </a:cubicBezTo>
                  <a:cubicBezTo>
                    <a:pt x="3026" y="21412"/>
                    <a:pt x="-4469" y="33792"/>
                    <a:pt x="3232" y="38988"/>
                  </a:cubicBezTo>
                  <a:cubicBezTo>
                    <a:pt x="34817" y="60303"/>
                    <a:pt x="30710" y="105601"/>
                    <a:pt x="30562" y="138588"/>
                  </a:cubicBezTo>
                  <a:cubicBezTo>
                    <a:pt x="30472" y="159044"/>
                    <a:pt x="31555" y="180726"/>
                    <a:pt x="40915" y="199345"/>
                  </a:cubicBezTo>
                  <a:cubicBezTo>
                    <a:pt x="48763" y="214959"/>
                    <a:pt x="62534" y="228469"/>
                    <a:pt x="79199" y="234252"/>
                  </a:cubicBezTo>
                  <a:cubicBezTo>
                    <a:pt x="96448" y="240237"/>
                    <a:pt x="114721" y="235236"/>
                    <a:pt x="127680" y="222700"/>
                  </a:cubicBezTo>
                  <a:cubicBezTo>
                    <a:pt x="141851" y="208992"/>
                    <a:pt x="148026" y="190119"/>
                    <a:pt x="155210" y="172302"/>
                  </a:cubicBezTo>
                  <a:cubicBezTo>
                    <a:pt x="162452" y="154342"/>
                    <a:pt x="173049" y="139897"/>
                    <a:pt x="188112" y="127722"/>
                  </a:cubicBezTo>
                  <a:cubicBezTo>
                    <a:pt x="202511" y="116086"/>
                    <a:pt x="218940" y="107189"/>
                    <a:pt x="234873" y="97879"/>
                  </a:cubicBezTo>
                  <a:cubicBezTo>
                    <a:pt x="269179" y="77832"/>
                    <a:pt x="306619" y="50186"/>
                    <a:pt x="309782" y="7093"/>
                  </a:cubicBezTo>
                  <a:cubicBezTo>
                    <a:pt x="310462" y="-2196"/>
                    <a:pt x="295997" y="-2440"/>
                    <a:pt x="295317" y="682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298" name="图形 4"/>
          <p:cNvGrpSpPr/>
          <p:nvPr/>
        </p:nvGrpSpPr>
        <p:grpSpPr>
          <a:xfrm>
            <a:off x="-145284" y="328819"/>
            <a:ext cx="1450081" cy="3692116"/>
            <a:chOff x="3144150" y="2564788"/>
            <a:chExt cx="490780" cy="1249598"/>
          </a:xfrm>
          <a:solidFill>
            <a:srgbClr val="3FBAA8"/>
          </a:solidFill>
        </p:grpSpPr>
        <p:sp>
          <p:nvSpPr>
            <p:cNvPr id="1299" name="任意多边形: 形状 1298"/>
            <p:cNvSpPr/>
            <p:nvPr/>
          </p:nvSpPr>
          <p:spPr>
            <a:xfrm>
              <a:off x="3144150" y="2564788"/>
              <a:ext cx="490780" cy="1249598"/>
            </a:xfrm>
            <a:custGeom>
              <a:avLst/>
              <a:gdLst>
                <a:gd name="connsiteX0" fmla="*/ 12744 w 490780"/>
                <a:gd name="connsiteY0" fmla="*/ 1247664 h 1249598"/>
                <a:gd name="connsiteX1" fmla="*/ 98565 w 490780"/>
                <a:gd name="connsiteY1" fmla="*/ 1172216 h 1249598"/>
                <a:gd name="connsiteX2" fmla="*/ 169410 w 490780"/>
                <a:gd name="connsiteY2" fmla="*/ 1103984 h 1249598"/>
                <a:gd name="connsiteX3" fmla="*/ 201794 w 490780"/>
                <a:gd name="connsiteY3" fmla="*/ 1021630 h 1249598"/>
                <a:gd name="connsiteX4" fmla="*/ 183969 w 490780"/>
                <a:gd name="connsiteY4" fmla="*/ 925311 h 1249598"/>
                <a:gd name="connsiteX5" fmla="*/ 287741 w 490780"/>
                <a:gd name="connsiteY5" fmla="*/ 805120 h 1249598"/>
                <a:gd name="connsiteX6" fmla="*/ 445020 w 490780"/>
                <a:gd name="connsiteY6" fmla="*/ 729090 h 1249598"/>
                <a:gd name="connsiteX7" fmla="*/ 488080 w 490780"/>
                <a:gd name="connsiteY7" fmla="*/ 589387 h 1249598"/>
                <a:gd name="connsiteX8" fmla="*/ 457743 w 490780"/>
                <a:gd name="connsiteY8" fmla="*/ 521429 h 1249598"/>
                <a:gd name="connsiteX9" fmla="*/ 428426 w 490780"/>
                <a:gd name="connsiteY9" fmla="*/ 494028 h 1249598"/>
                <a:gd name="connsiteX10" fmla="*/ 391637 w 490780"/>
                <a:gd name="connsiteY10" fmla="*/ 468099 h 1249598"/>
                <a:gd name="connsiteX11" fmla="*/ 364016 w 490780"/>
                <a:gd name="connsiteY11" fmla="*/ 388944 h 1249598"/>
                <a:gd name="connsiteX12" fmla="*/ 394432 w 490780"/>
                <a:gd name="connsiteY12" fmla="*/ 296155 h 1249598"/>
                <a:gd name="connsiteX13" fmla="*/ 411503 w 490780"/>
                <a:gd name="connsiteY13" fmla="*/ 206442 h 1249598"/>
                <a:gd name="connsiteX14" fmla="*/ 375301 w 490780"/>
                <a:gd name="connsiteY14" fmla="*/ 140210 h 1249598"/>
                <a:gd name="connsiteX15" fmla="*/ 296753 w 490780"/>
                <a:gd name="connsiteY15" fmla="*/ 127714 h 1249598"/>
                <a:gd name="connsiteX16" fmla="*/ 215244 w 490780"/>
                <a:gd name="connsiteY16" fmla="*/ 125037 h 1249598"/>
                <a:gd name="connsiteX17" fmla="*/ 157820 w 490780"/>
                <a:gd name="connsiteY17" fmla="*/ 57017 h 1249598"/>
                <a:gd name="connsiteX18" fmla="*/ 91344 w 490780"/>
                <a:gd name="connsiteY18" fmla="*/ 872 h 1249598"/>
                <a:gd name="connsiteX19" fmla="*/ 52372 w 490780"/>
                <a:gd name="connsiteY19" fmla="*/ 8580 h 1249598"/>
                <a:gd name="connsiteX20" fmla="*/ 49151 w 490780"/>
                <a:gd name="connsiteY20" fmla="*/ 18820 h 1249598"/>
                <a:gd name="connsiteX21" fmla="*/ 59392 w 490780"/>
                <a:gd name="connsiteY21" fmla="*/ 22041 h 1249598"/>
                <a:gd name="connsiteX22" fmla="*/ 131129 w 490780"/>
                <a:gd name="connsiteY22" fmla="*/ 44050 h 1249598"/>
                <a:gd name="connsiteX23" fmla="*/ 181269 w 490780"/>
                <a:gd name="connsiteY23" fmla="*/ 119370 h 1249598"/>
                <a:gd name="connsiteX24" fmla="*/ 256666 w 490780"/>
                <a:gd name="connsiteY24" fmla="*/ 146190 h 1249598"/>
                <a:gd name="connsiteX25" fmla="*/ 338378 w 490780"/>
                <a:gd name="connsiteY25" fmla="*/ 142476 h 1249598"/>
                <a:gd name="connsiteX26" fmla="*/ 391730 w 490780"/>
                <a:gd name="connsiteY26" fmla="*/ 186608 h 1249598"/>
                <a:gd name="connsiteX27" fmla="*/ 388417 w 490780"/>
                <a:gd name="connsiteY27" fmla="*/ 268682 h 1249598"/>
                <a:gd name="connsiteX28" fmla="*/ 356661 w 490780"/>
                <a:gd name="connsiteY28" fmla="*/ 446886 h 1249598"/>
                <a:gd name="connsiteX29" fmla="*/ 420144 w 490780"/>
                <a:gd name="connsiteY29" fmla="*/ 506751 h 1249598"/>
                <a:gd name="connsiteX30" fmla="*/ 464806 w 490780"/>
                <a:gd name="connsiteY30" fmla="*/ 563365 h 1249598"/>
                <a:gd name="connsiteX31" fmla="*/ 450575 w 490780"/>
                <a:gd name="connsiteY31" fmla="*/ 700237 h 1249598"/>
                <a:gd name="connsiteX32" fmla="*/ 303366 w 490780"/>
                <a:gd name="connsiteY32" fmla="*/ 782684 h 1249598"/>
                <a:gd name="connsiteX33" fmla="*/ 176875 w 490780"/>
                <a:gd name="connsiteY33" fmla="*/ 882577 h 1249598"/>
                <a:gd name="connsiteX34" fmla="*/ 176559 w 490780"/>
                <a:gd name="connsiteY34" fmla="*/ 969677 h 1249598"/>
                <a:gd name="connsiteX35" fmla="*/ 186457 w 490780"/>
                <a:gd name="connsiteY35" fmla="*/ 1016753 h 1249598"/>
                <a:gd name="connsiteX36" fmla="*/ 178984 w 490780"/>
                <a:gd name="connsiteY36" fmla="*/ 1060038 h 1249598"/>
                <a:gd name="connsiteX37" fmla="*/ 123459 w 490780"/>
                <a:gd name="connsiteY37" fmla="*/ 1129921 h 1249598"/>
                <a:gd name="connsiteX38" fmla="*/ 43626 w 490780"/>
                <a:gd name="connsiteY38" fmla="*/ 1200306 h 1249598"/>
                <a:gd name="connsiteX39" fmla="*/ 2542 w 490780"/>
                <a:gd name="connsiteY39" fmla="*/ 1236426 h 1249598"/>
                <a:gd name="connsiteX40" fmla="*/ 12744 w 490780"/>
                <a:gd name="connsiteY40" fmla="*/ 1247664 h 124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90780" h="1249598">
                  <a:moveTo>
                    <a:pt x="12744" y="1247664"/>
                  </a:moveTo>
                  <a:cubicBezTo>
                    <a:pt x="41350" y="1222515"/>
                    <a:pt x="69958" y="1197365"/>
                    <a:pt x="98565" y="1172216"/>
                  </a:cubicBezTo>
                  <a:cubicBezTo>
                    <a:pt x="123168" y="1150585"/>
                    <a:pt x="148683" y="1129520"/>
                    <a:pt x="169410" y="1103984"/>
                  </a:cubicBezTo>
                  <a:cubicBezTo>
                    <a:pt x="188355" y="1080648"/>
                    <a:pt x="202493" y="1052324"/>
                    <a:pt x="201794" y="1021630"/>
                  </a:cubicBezTo>
                  <a:cubicBezTo>
                    <a:pt x="201042" y="988613"/>
                    <a:pt x="184770" y="958205"/>
                    <a:pt x="183969" y="925311"/>
                  </a:cubicBezTo>
                  <a:cubicBezTo>
                    <a:pt x="182520" y="865721"/>
                    <a:pt x="238742" y="826249"/>
                    <a:pt x="287741" y="805120"/>
                  </a:cubicBezTo>
                  <a:cubicBezTo>
                    <a:pt x="341080" y="782121"/>
                    <a:pt x="401348" y="769972"/>
                    <a:pt x="445020" y="729090"/>
                  </a:cubicBezTo>
                  <a:cubicBezTo>
                    <a:pt x="482955" y="693576"/>
                    <a:pt x="497289" y="639897"/>
                    <a:pt x="488080" y="589387"/>
                  </a:cubicBezTo>
                  <a:cubicBezTo>
                    <a:pt x="483586" y="564736"/>
                    <a:pt x="473299" y="541112"/>
                    <a:pt x="457743" y="521429"/>
                  </a:cubicBezTo>
                  <a:cubicBezTo>
                    <a:pt x="449381" y="510852"/>
                    <a:pt x="439358" y="501879"/>
                    <a:pt x="428426" y="494028"/>
                  </a:cubicBezTo>
                  <a:cubicBezTo>
                    <a:pt x="416255" y="485291"/>
                    <a:pt x="403095" y="477813"/>
                    <a:pt x="391637" y="468099"/>
                  </a:cubicBezTo>
                  <a:cubicBezTo>
                    <a:pt x="367925" y="447997"/>
                    <a:pt x="360902" y="418985"/>
                    <a:pt x="364016" y="388944"/>
                  </a:cubicBezTo>
                  <a:cubicBezTo>
                    <a:pt x="367409" y="356196"/>
                    <a:pt x="382340" y="326319"/>
                    <a:pt x="394432" y="296155"/>
                  </a:cubicBezTo>
                  <a:cubicBezTo>
                    <a:pt x="405951" y="267426"/>
                    <a:pt x="414823" y="237681"/>
                    <a:pt x="411503" y="206442"/>
                  </a:cubicBezTo>
                  <a:cubicBezTo>
                    <a:pt x="408771" y="180735"/>
                    <a:pt x="397307" y="154965"/>
                    <a:pt x="375301" y="140210"/>
                  </a:cubicBezTo>
                  <a:cubicBezTo>
                    <a:pt x="352053" y="124617"/>
                    <a:pt x="323474" y="125303"/>
                    <a:pt x="296753" y="127714"/>
                  </a:cubicBezTo>
                  <a:cubicBezTo>
                    <a:pt x="270006" y="130126"/>
                    <a:pt x="240964" y="135596"/>
                    <a:pt x="215244" y="125037"/>
                  </a:cubicBezTo>
                  <a:cubicBezTo>
                    <a:pt x="186492" y="113236"/>
                    <a:pt x="172650" y="82073"/>
                    <a:pt x="157820" y="57017"/>
                  </a:cubicBezTo>
                  <a:cubicBezTo>
                    <a:pt x="142524" y="31176"/>
                    <a:pt x="122672" y="6193"/>
                    <a:pt x="91344" y="872"/>
                  </a:cubicBezTo>
                  <a:cubicBezTo>
                    <a:pt x="77886" y="-1413"/>
                    <a:pt x="63715" y="671"/>
                    <a:pt x="52372" y="8580"/>
                  </a:cubicBezTo>
                  <a:cubicBezTo>
                    <a:pt x="48984" y="10942"/>
                    <a:pt x="47127" y="14832"/>
                    <a:pt x="49151" y="18820"/>
                  </a:cubicBezTo>
                  <a:cubicBezTo>
                    <a:pt x="50822" y="22118"/>
                    <a:pt x="56037" y="24381"/>
                    <a:pt x="59392" y="22041"/>
                  </a:cubicBezTo>
                  <a:cubicBezTo>
                    <a:pt x="84813" y="4317"/>
                    <a:pt x="114851" y="23144"/>
                    <a:pt x="131129" y="44050"/>
                  </a:cubicBezTo>
                  <a:cubicBezTo>
                    <a:pt x="149717" y="67924"/>
                    <a:pt x="159894" y="97482"/>
                    <a:pt x="181269" y="119370"/>
                  </a:cubicBezTo>
                  <a:cubicBezTo>
                    <a:pt x="201643" y="140232"/>
                    <a:pt x="228192" y="147114"/>
                    <a:pt x="256666" y="146190"/>
                  </a:cubicBezTo>
                  <a:cubicBezTo>
                    <a:pt x="283827" y="145309"/>
                    <a:pt x="311193" y="138811"/>
                    <a:pt x="338378" y="142476"/>
                  </a:cubicBezTo>
                  <a:cubicBezTo>
                    <a:pt x="363884" y="145913"/>
                    <a:pt x="383369" y="162358"/>
                    <a:pt x="391730" y="186608"/>
                  </a:cubicBezTo>
                  <a:cubicBezTo>
                    <a:pt x="401038" y="213604"/>
                    <a:pt x="397156" y="242133"/>
                    <a:pt x="388417" y="268682"/>
                  </a:cubicBezTo>
                  <a:cubicBezTo>
                    <a:pt x="369776" y="325296"/>
                    <a:pt x="329997" y="385869"/>
                    <a:pt x="356661" y="446886"/>
                  </a:cubicBezTo>
                  <a:cubicBezTo>
                    <a:pt x="369093" y="475333"/>
                    <a:pt x="396147" y="489512"/>
                    <a:pt x="420144" y="506751"/>
                  </a:cubicBezTo>
                  <a:cubicBezTo>
                    <a:pt x="440271" y="521210"/>
                    <a:pt x="455342" y="540462"/>
                    <a:pt x="464806" y="563365"/>
                  </a:cubicBezTo>
                  <a:cubicBezTo>
                    <a:pt x="482972" y="607319"/>
                    <a:pt x="478791" y="661429"/>
                    <a:pt x="450575" y="700237"/>
                  </a:cubicBezTo>
                  <a:cubicBezTo>
                    <a:pt x="416449" y="747176"/>
                    <a:pt x="354966" y="763325"/>
                    <a:pt x="303366" y="782684"/>
                  </a:cubicBezTo>
                  <a:cubicBezTo>
                    <a:pt x="253127" y="801532"/>
                    <a:pt x="199010" y="830638"/>
                    <a:pt x="176875" y="882577"/>
                  </a:cubicBezTo>
                  <a:cubicBezTo>
                    <a:pt x="164717" y="911104"/>
                    <a:pt x="168884" y="940588"/>
                    <a:pt x="176559" y="969677"/>
                  </a:cubicBezTo>
                  <a:cubicBezTo>
                    <a:pt x="180636" y="985124"/>
                    <a:pt x="185384" y="1000727"/>
                    <a:pt x="186457" y="1016753"/>
                  </a:cubicBezTo>
                  <a:cubicBezTo>
                    <a:pt x="187455" y="1031670"/>
                    <a:pt x="184728" y="1046275"/>
                    <a:pt x="178984" y="1060038"/>
                  </a:cubicBezTo>
                  <a:cubicBezTo>
                    <a:pt x="167430" y="1087722"/>
                    <a:pt x="145235" y="1110000"/>
                    <a:pt x="123459" y="1129921"/>
                  </a:cubicBezTo>
                  <a:cubicBezTo>
                    <a:pt x="97294" y="1153858"/>
                    <a:pt x="70260" y="1176893"/>
                    <a:pt x="43626" y="1200306"/>
                  </a:cubicBezTo>
                  <a:cubicBezTo>
                    <a:pt x="29932" y="1212346"/>
                    <a:pt x="16236" y="1224386"/>
                    <a:pt x="2542" y="1236426"/>
                  </a:cubicBezTo>
                  <a:cubicBezTo>
                    <a:pt x="-4810" y="1242886"/>
                    <a:pt x="5400" y="1254119"/>
                    <a:pt x="12744" y="124766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0" name="任意多边形: 形状 1299"/>
            <p:cNvSpPr/>
            <p:nvPr/>
          </p:nvSpPr>
          <p:spPr>
            <a:xfrm>
              <a:off x="3166845" y="2721507"/>
              <a:ext cx="330009" cy="839946"/>
            </a:xfrm>
            <a:custGeom>
              <a:avLst/>
              <a:gdLst>
                <a:gd name="connsiteX0" fmla="*/ 8711 w 330009"/>
                <a:gd name="connsiteY0" fmla="*/ 839679 h 839946"/>
                <a:gd name="connsiteX1" fmla="*/ 84045 w 330009"/>
                <a:gd name="connsiteY1" fmla="*/ 765251 h 839946"/>
                <a:gd name="connsiteX2" fmla="*/ 105732 w 330009"/>
                <a:gd name="connsiteY2" fmla="*/ 704986 h 839946"/>
                <a:gd name="connsiteX3" fmla="*/ 130550 w 330009"/>
                <a:gd name="connsiteY3" fmla="*/ 651438 h 839946"/>
                <a:gd name="connsiteX4" fmla="*/ 203368 w 330009"/>
                <a:gd name="connsiteY4" fmla="*/ 565277 h 839946"/>
                <a:gd name="connsiteX5" fmla="*/ 297918 w 330009"/>
                <a:gd name="connsiteY5" fmla="*/ 494744 h 839946"/>
                <a:gd name="connsiteX6" fmla="*/ 323932 w 330009"/>
                <a:gd name="connsiteY6" fmla="*/ 394376 h 839946"/>
                <a:gd name="connsiteX7" fmla="*/ 257014 w 330009"/>
                <a:gd name="connsiteY7" fmla="*/ 333776 h 839946"/>
                <a:gd name="connsiteX8" fmla="*/ 223888 w 330009"/>
                <a:gd name="connsiteY8" fmla="*/ 303356 h 839946"/>
                <a:gd name="connsiteX9" fmla="*/ 208372 w 330009"/>
                <a:gd name="connsiteY9" fmla="*/ 253254 h 839946"/>
                <a:gd name="connsiteX10" fmla="*/ 221295 w 330009"/>
                <a:gd name="connsiteY10" fmla="*/ 136230 h 839946"/>
                <a:gd name="connsiteX11" fmla="*/ 187068 w 330009"/>
                <a:gd name="connsiteY11" fmla="*/ 31618 h 839946"/>
                <a:gd name="connsiteX12" fmla="*/ 83570 w 330009"/>
                <a:gd name="connsiteY12" fmla="*/ 2885 h 839946"/>
                <a:gd name="connsiteX13" fmla="*/ 56882 w 330009"/>
                <a:gd name="connsiteY13" fmla="*/ 12758 h 839946"/>
                <a:gd name="connsiteX14" fmla="*/ 63528 w 330009"/>
                <a:gd name="connsiteY14" fmla="*/ 26408 h 839946"/>
                <a:gd name="connsiteX15" fmla="*/ 165222 w 330009"/>
                <a:gd name="connsiteY15" fmla="*/ 33011 h 839946"/>
                <a:gd name="connsiteX16" fmla="*/ 196631 w 330009"/>
                <a:gd name="connsiteY16" fmla="*/ 70401 h 839946"/>
                <a:gd name="connsiteX17" fmla="*/ 206682 w 330009"/>
                <a:gd name="connsiteY17" fmla="*/ 125490 h 839946"/>
                <a:gd name="connsiteX18" fmla="*/ 192936 w 330009"/>
                <a:gd name="connsiteY18" fmla="*/ 239717 h 839946"/>
                <a:gd name="connsiteX19" fmla="*/ 200804 w 330009"/>
                <a:gd name="connsiteY19" fmla="*/ 291223 h 839946"/>
                <a:gd name="connsiteX20" fmla="*/ 228107 w 330009"/>
                <a:gd name="connsiteY20" fmla="*/ 330599 h 839946"/>
                <a:gd name="connsiteX21" fmla="*/ 298250 w 330009"/>
                <a:gd name="connsiteY21" fmla="*/ 383151 h 839946"/>
                <a:gd name="connsiteX22" fmla="*/ 314926 w 330009"/>
                <a:gd name="connsiteY22" fmla="*/ 422831 h 839946"/>
                <a:gd name="connsiteX23" fmla="*/ 298121 w 330009"/>
                <a:gd name="connsiteY23" fmla="*/ 470859 h 839946"/>
                <a:gd name="connsiteX24" fmla="*/ 209436 w 330009"/>
                <a:gd name="connsiteY24" fmla="*/ 541299 h 839946"/>
                <a:gd name="connsiteX25" fmla="*/ 133280 w 330009"/>
                <a:gd name="connsiteY25" fmla="*/ 619104 h 839946"/>
                <a:gd name="connsiteX26" fmla="*/ 83951 w 330009"/>
                <a:gd name="connsiteY26" fmla="*/ 721648 h 839946"/>
                <a:gd name="connsiteX27" fmla="*/ 27817 w 330009"/>
                <a:gd name="connsiteY27" fmla="*/ 814862 h 839946"/>
                <a:gd name="connsiteX28" fmla="*/ 5789 w 330009"/>
                <a:gd name="connsiteY28" fmla="*/ 824770 h 839946"/>
                <a:gd name="connsiteX29" fmla="*/ 8711 w 330009"/>
                <a:gd name="connsiteY29" fmla="*/ 839679 h 83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30009" h="839946">
                  <a:moveTo>
                    <a:pt x="8711" y="839679"/>
                  </a:moveTo>
                  <a:cubicBezTo>
                    <a:pt x="45505" y="830248"/>
                    <a:pt x="69517" y="798562"/>
                    <a:pt x="84045" y="765251"/>
                  </a:cubicBezTo>
                  <a:cubicBezTo>
                    <a:pt x="92590" y="745656"/>
                    <a:pt x="98488" y="725063"/>
                    <a:pt x="105732" y="704986"/>
                  </a:cubicBezTo>
                  <a:cubicBezTo>
                    <a:pt x="112429" y="686431"/>
                    <a:pt x="120601" y="668482"/>
                    <a:pt x="130550" y="651438"/>
                  </a:cubicBezTo>
                  <a:cubicBezTo>
                    <a:pt x="149635" y="618753"/>
                    <a:pt x="174271" y="589489"/>
                    <a:pt x="203368" y="565277"/>
                  </a:cubicBezTo>
                  <a:cubicBezTo>
                    <a:pt x="233574" y="540147"/>
                    <a:pt x="270544" y="523265"/>
                    <a:pt x="297918" y="494744"/>
                  </a:cubicBezTo>
                  <a:cubicBezTo>
                    <a:pt x="322865" y="468752"/>
                    <a:pt x="339593" y="429459"/>
                    <a:pt x="323932" y="394376"/>
                  </a:cubicBezTo>
                  <a:cubicBezTo>
                    <a:pt x="311157" y="365756"/>
                    <a:pt x="281624" y="350619"/>
                    <a:pt x="257014" y="333776"/>
                  </a:cubicBezTo>
                  <a:cubicBezTo>
                    <a:pt x="244604" y="325283"/>
                    <a:pt x="232474" y="315896"/>
                    <a:pt x="223888" y="303356"/>
                  </a:cubicBezTo>
                  <a:cubicBezTo>
                    <a:pt x="213836" y="288672"/>
                    <a:pt x="209565" y="270800"/>
                    <a:pt x="208372" y="253254"/>
                  </a:cubicBezTo>
                  <a:cubicBezTo>
                    <a:pt x="205684" y="213736"/>
                    <a:pt x="218327" y="175342"/>
                    <a:pt x="221295" y="136230"/>
                  </a:cubicBezTo>
                  <a:cubicBezTo>
                    <a:pt x="224214" y="97751"/>
                    <a:pt x="215710" y="59121"/>
                    <a:pt x="187068" y="31618"/>
                  </a:cubicBezTo>
                  <a:cubicBezTo>
                    <a:pt x="159650" y="5289"/>
                    <a:pt x="120741" y="-5737"/>
                    <a:pt x="83570" y="2885"/>
                  </a:cubicBezTo>
                  <a:cubicBezTo>
                    <a:pt x="74309" y="5033"/>
                    <a:pt x="65317" y="8380"/>
                    <a:pt x="56882" y="12758"/>
                  </a:cubicBezTo>
                  <a:cubicBezTo>
                    <a:pt x="48227" y="17249"/>
                    <a:pt x="54824" y="30926"/>
                    <a:pt x="63528" y="26408"/>
                  </a:cubicBezTo>
                  <a:cubicBezTo>
                    <a:pt x="95783" y="9669"/>
                    <a:pt x="135543" y="11727"/>
                    <a:pt x="165222" y="33011"/>
                  </a:cubicBezTo>
                  <a:cubicBezTo>
                    <a:pt x="178608" y="42612"/>
                    <a:pt x="189502" y="55549"/>
                    <a:pt x="196631" y="70401"/>
                  </a:cubicBezTo>
                  <a:cubicBezTo>
                    <a:pt x="204855" y="87530"/>
                    <a:pt x="207283" y="106655"/>
                    <a:pt x="206682" y="125490"/>
                  </a:cubicBezTo>
                  <a:cubicBezTo>
                    <a:pt x="205456" y="163958"/>
                    <a:pt x="193350" y="201175"/>
                    <a:pt x="192936" y="239717"/>
                  </a:cubicBezTo>
                  <a:cubicBezTo>
                    <a:pt x="192750" y="257232"/>
                    <a:pt x="194771" y="274706"/>
                    <a:pt x="200804" y="291223"/>
                  </a:cubicBezTo>
                  <a:cubicBezTo>
                    <a:pt x="206416" y="306588"/>
                    <a:pt x="216001" y="319722"/>
                    <a:pt x="228107" y="330599"/>
                  </a:cubicBezTo>
                  <a:cubicBezTo>
                    <a:pt x="249841" y="350133"/>
                    <a:pt x="278335" y="361564"/>
                    <a:pt x="298250" y="383151"/>
                  </a:cubicBezTo>
                  <a:cubicBezTo>
                    <a:pt x="308321" y="394066"/>
                    <a:pt x="314943" y="407752"/>
                    <a:pt x="314926" y="422831"/>
                  </a:cubicBezTo>
                  <a:cubicBezTo>
                    <a:pt x="314904" y="440215"/>
                    <a:pt x="308019" y="456805"/>
                    <a:pt x="298121" y="470859"/>
                  </a:cubicBezTo>
                  <a:cubicBezTo>
                    <a:pt x="276093" y="502129"/>
                    <a:pt x="239587" y="519268"/>
                    <a:pt x="209436" y="541299"/>
                  </a:cubicBezTo>
                  <a:cubicBezTo>
                    <a:pt x="180043" y="562778"/>
                    <a:pt x="154224" y="589340"/>
                    <a:pt x="133280" y="619104"/>
                  </a:cubicBezTo>
                  <a:cubicBezTo>
                    <a:pt x="111065" y="650673"/>
                    <a:pt x="96186" y="685221"/>
                    <a:pt x="83951" y="721648"/>
                  </a:cubicBezTo>
                  <a:cubicBezTo>
                    <a:pt x="72416" y="755993"/>
                    <a:pt x="59372" y="793668"/>
                    <a:pt x="27817" y="814862"/>
                  </a:cubicBezTo>
                  <a:cubicBezTo>
                    <a:pt x="21097" y="819377"/>
                    <a:pt x="13627" y="822762"/>
                    <a:pt x="5789" y="824770"/>
                  </a:cubicBezTo>
                  <a:cubicBezTo>
                    <a:pt x="-3614" y="827190"/>
                    <a:pt x="-789" y="842113"/>
                    <a:pt x="8711" y="83967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1465" name="任意多边形: 形状 1464"/>
          <p:cNvSpPr/>
          <p:nvPr/>
        </p:nvSpPr>
        <p:spPr>
          <a:xfrm>
            <a:off x="8800862" y="3953804"/>
            <a:ext cx="3391138" cy="2904196"/>
          </a:xfrm>
          <a:custGeom>
            <a:avLst/>
            <a:gdLst>
              <a:gd name="connsiteX0" fmla="*/ 3208137 w 3391138"/>
              <a:gd name="connsiteY0" fmla="*/ 67 h 2904196"/>
              <a:gd name="connsiteX1" fmla="*/ 3389586 w 3391138"/>
              <a:gd name="connsiteY1" fmla="*/ 18398 h 2904196"/>
              <a:gd name="connsiteX2" fmla="*/ 3391138 w 3391138"/>
              <a:gd name="connsiteY2" fmla="*/ 18789 h 2904196"/>
              <a:gd name="connsiteX3" fmla="*/ 3391138 w 3391138"/>
              <a:gd name="connsiteY3" fmla="*/ 2904196 h 2904196"/>
              <a:gd name="connsiteX4" fmla="*/ 125501 w 3391138"/>
              <a:gd name="connsiteY4" fmla="*/ 2904196 h 2904196"/>
              <a:gd name="connsiteX5" fmla="*/ 103881 w 3391138"/>
              <a:gd name="connsiteY5" fmla="*/ 2879672 h 2904196"/>
              <a:gd name="connsiteX6" fmla="*/ 952846 w 3391138"/>
              <a:gd name="connsiteY6" fmla="*/ 2301007 h 2904196"/>
              <a:gd name="connsiteX7" fmla="*/ 2236511 w 3391138"/>
              <a:gd name="connsiteY7" fmla="*/ 1578473 h 2904196"/>
              <a:gd name="connsiteX8" fmla="*/ 2772462 w 3391138"/>
              <a:gd name="connsiteY8" fmla="*/ 67202 h 2904196"/>
              <a:gd name="connsiteX9" fmla="*/ 3208137 w 3391138"/>
              <a:gd name="connsiteY9" fmla="*/ 67 h 290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91138" h="2904196">
                <a:moveTo>
                  <a:pt x="3208137" y="67"/>
                </a:moveTo>
                <a:cubicBezTo>
                  <a:pt x="3272531" y="776"/>
                  <a:pt x="3332948" y="7069"/>
                  <a:pt x="3389586" y="18398"/>
                </a:cubicBezTo>
                <a:lnTo>
                  <a:pt x="3391138" y="18789"/>
                </a:lnTo>
                <a:lnTo>
                  <a:pt x="3391138" y="2904196"/>
                </a:lnTo>
                <a:lnTo>
                  <a:pt x="125501" y="2904196"/>
                </a:lnTo>
                <a:lnTo>
                  <a:pt x="103881" y="2879672"/>
                </a:lnTo>
                <a:cubicBezTo>
                  <a:pt x="-261918" y="2396614"/>
                  <a:pt x="414380" y="1847431"/>
                  <a:pt x="952846" y="2301007"/>
                </a:cubicBezTo>
                <a:cubicBezTo>
                  <a:pt x="1547566" y="2801969"/>
                  <a:pt x="2401838" y="2347397"/>
                  <a:pt x="2236511" y="1578473"/>
                </a:cubicBezTo>
                <a:cubicBezTo>
                  <a:pt x="2116578" y="1020679"/>
                  <a:pt x="2013532" y="290099"/>
                  <a:pt x="2772462" y="67202"/>
                </a:cubicBezTo>
                <a:cubicBezTo>
                  <a:pt x="2934653" y="19567"/>
                  <a:pt x="3079349" y="-1352"/>
                  <a:pt x="3208137" y="67"/>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cs typeface="+mn-ea"/>
              <a:sym typeface="+mn-lt"/>
            </a:endParaRPr>
          </a:p>
        </p:txBody>
      </p:sp>
      <p:grpSp>
        <p:nvGrpSpPr>
          <p:cNvPr id="1303" name="图形 4"/>
          <p:cNvGrpSpPr/>
          <p:nvPr/>
        </p:nvGrpSpPr>
        <p:grpSpPr>
          <a:xfrm>
            <a:off x="1403540" y="510089"/>
            <a:ext cx="444595" cy="587606"/>
            <a:chOff x="3580867" y="2843191"/>
            <a:chExt cx="140879" cy="186195"/>
          </a:xfrm>
          <a:solidFill>
            <a:srgbClr val="3D5F7C"/>
          </a:solidFill>
        </p:grpSpPr>
        <p:sp>
          <p:nvSpPr>
            <p:cNvPr id="1304" name="任意多边形: 形状 1303"/>
            <p:cNvSpPr/>
            <p:nvPr/>
          </p:nvSpPr>
          <p:spPr>
            <a:xfrm>
              <a:off x="3663259" y="2864873"/>
              <a:ext cx="20203" cy="25058"/>
            </a:xfrm>
            <a:custGeom>
              <a:avLst/>
              <a:gdLst>
                <a:gd name="connsiteX0" fmla="*/ 5911 w 20203"/>
                <a:gd name="connsiteY0" fmla="*/ 21500 h 25058"/>
                <a:gd name="connsiteX1" fmla="*/ 17820 w 20203"/>
                <a:gd name="connsiteY1" fmla="*/ 23116 h 25058"/>
                <a:gd name="connsiteX2" fmla="*/ 18385 w 20203"/>
                <a:gd name="connsiteY2" fmla="*/ 9718 h 25058"/>
                <a:gd name="connsiteX3" fmla="*/ 7225 w 20203"/>
                <a:gd name="connsiteY3" fmla="*/ 191 h 25058"/>
                <a:gd name="connsiteX4" fmla="*/ 1942 w 20203"/>
                <a:gd name="connsiteY4" fmla="*/ 3167 h 25058"/>
                <a:gd name="connsiteX5" fmla="*/ 5 w 20203"/>
                <a:gd name="connsiteY5" fmla="*/ 6956 h 25058"/>
                <a:gd name="connsiteX6" fmla="*/ 5911 w 20203"/>
                <a:gd name="connsiteY6" fmla="*/ 21500 h 2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3" h="25058">
                  <a:moveTo>
                    <a:pt x="5911" y="21500"/>
                  </a:moveTo>
                  <a:cubicBezTo>
                    <a:pt x="9006" y="24830"/>
                    <a:pt x="14114" y="26701"/>
                    <a:pt x="17820" y="23116"/>
                  </a:cubicBezTo>
                  <a:cubicBezTo>
                    <a:pt x="21432" y="19624"/>
                    <a:pt x="20365" y="13748"/>
                    <a:pt x="18385" y="9718"/>
                  </a:cubicBezTo>
                  <a:cubicBezTo>
                    <a:pt x="16067" y="5005"/>
                    <a:pt x="12089" y="1944"/>
                    <a:pt x="7225" y="191"/>
                  </a:cubicBezTo>
                  <a:cubicBezTo>
                    <a:pt x="5058" y="-591"/>
                    <a:pt x="2655" y="1154"/>
                    <a:pt x="1942" y="3167"/>
                  </a:cubicBezTo>
                  <a:cubicBezTo>
                    <a:pt x="757" y="3872"/>
                    <a:pt x="-74" y="5142"/>
                    <a:pt x="5" y="6956"/>
                  </a:cubicBezTo>
                  <a:cubicBezTo>
                    <a:pt x="241" y="12382"/>
                    <a:pt x="2192" y="17498"/>
                    <a:pt x="5911" y="2150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5" name="任意多边形: 形状 1304"/>
            <p:cNvSpPr/>
            <p:nvPr/>
          </p:nvSpPr>
          <p:spPr>
            <a:xfrm>
              <a:off x="3696441" y="2897775"/>
              <a:ext cx="15298" cy="25066"/>
            </a:xfrm>
            <a:custGeom>
              <a:avLst/>
              <a:gdLst>
                <a:gd name="connsiteX0" fmla="*/ 10637 w 15298"/>
                <a:gd name="connsiteY0" fmla="*/ 24352 h 25066"/>
                <a:gd name="connsiteX1" fmla="*/ 10530 w 15298"/>
                <a:gd name="connsiteY1" fmla="*/ 2111 h 25066"/>
                <a:gd name="connsiteX2" fmla="*/ 4350 w 15298"/>
                <a:gd name="connsiteY2" fmla="*/ 662 h 25066"/>
                <a:gd name="connsiteX3" fmla="*/ 2569 w 15298"/>
                <a:gd name="connsiteY3" fmla="*/ 2851 h 25066"/>
                <a:gd name="connsiteX4" fmla="*/ 188 w 15298"/>
                <a:gd name="connsiteY4" fmla="*/ 6650 h 25066"/>
                <a:gd name="connsiteX5" fmla="*/ 907 w 15298"/>
                <a:gd name="connsiteY5" fmla="*/ 19371 h 25066"/>
                <a:gd name="connsiteX6" fmla="*/ 10637 w 15298"/>
                <a:gd name="connsiteY6" fmla="*/ 24352 h 25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98" h="25066">
                  <a:moveTo>
                    <a:pt x="10637" y="24352"/>
                  </a:moveTo>
                  <a:cubicBezTo>
                    <a:pt x="18666" y="20295"/>
                    <a:pt x="14760" y="7515"/>
                    <a:pt x="10530" y="2111"/>
                  </a:cubicBezTo>
                  <a:cubicBezTo>
                    <a:pt x="9035" y="201"/>
                    <a:pt x="6572" y="-718"/>
                    <a:pt x="4350" y="662"/>
                  </a:cubicBezTo>
                  <a:cubicBezTo>
                    <a:pt x="3576" y="1142"/>
                    <a:pt x="2948" y="1943"/>
                    <a:pt x="2569" y="2851"/>
                  </a:cubicBezTo>
                  <a:cubicBezTo>
                    <a:pt x="1286" y="3550"/>
                    <a:pt x="295" y="4824"/>
                    <a:pt x="188" y="6650"/>
                  </a:cubicBezTo>
                  <a:cubicBezTo>
                    <a:pt x="-50" y="10732"/>
                    <a:pt x="-267" y="15404"/>
                    <a:pt x="907" y="19371"/>
                  </a:cubicBezTo>
                  <a:cubicBezTo>
                    <a:pt x="2141" y="23537"/>
                    <a:pt x="6410" y="26489"/>
                    <a:pt x="10637" y="2435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6" name="任意多边形: 形状 1305"/>
            <p:cNvSpPr/>
            <p:nvPr/>
          </p:nvSpPr>
          <p:spPr>
            <a:xfrm>
              <a:off x="3632762" y="2843191"/>
              <a:ext cx="17063" cy="22134"/>
            </a:xfrm>
            <a:custGeom>
              <a:avLst/>
              <a:gdLst>
                <a:gd name="connsiteX0" fmla="*/ 2129 w 17063"/>
                <a:gd name="connsiteY0" fmla="*/ 19110 h 22134"/>
                <a:gd name="connsiteX1" fmla="*/ 12490 w 17063"/>
                <a:gd name="connsiteY1" fmla="*/ 21107 h 22134"/>
                <a:gd name="connsiteX2" fmla="*/ 16991 w 17063"/>
                <a:gd name="connsiteY2" fmla="*/ 11648 h 22134"/>
                <a:gd name="connsiteX3" fmla="*/ 10600 w 17063"/>
                <a:gd name="connsiteY3" fmla="*/ 1230 h 22134"/>
                <a:gd name="connsiteX4" fmla="*/ 3662 w 17063"/>
                <a:gd name="connsiteY4" fmla="*/ 2565 h 22134"/>
                <a:gd name="connsiteX5" fmla="*/ 2164 w 17063"/>
                <a:gd name="connsiteY5" fmla="*/ 3152 h 22134"/>
                <a:gd name="connsiteX6" fmla="*/ 716 w 17063"/>
                <a:gd name="connsiteY6" fmla="*/ 9333 h 22134"/>
                <a:gd name="connsiteX7" fmla="*/ 562 w 17063"/>
                <a:gd name="connsiteY7" fmla="*/ 13788 h 22134"/>
                <a:gd name="connsiteX8" fmla="*/ 2129 w 17063"/>
                <a:gd name="connsiteY8" fmla="*/ 19110 h 2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63" h="22134">
                  <a:moveTo>
                    <a:pt x="2129" y="19110"/>
                  </a:moveTo>
                  <a:cubicBezTo>
                    <a:pt x="4458" y="22344"/>
                    <a:pt x="9099" y="22942"/>
                    <a:pt x="12490" y="21107"/>
                  </a:cubicBezTo>
                  <a:cubicBezTo>
                    <a:pt x="15880" y="19271"/>
                    <a:pt x="17427" y="15374"/>
                    <a:pt x="16991" y="11648"/>
                  </a:cubicBezTo>
                  <a:cubicBezTo>
                    <a:pt x="16484" y="7317"/>
                    <a:pt x="13647" y="4118"/>
                    <a:pt x="10600" y="1230"/>
                  </a:cubicBezTo>
                  <a:cubicBezTo>
                    <a:pt x="8109" y="-1130"/>
                    <a:pt x="4943" y="234"/>
                    <a:pt x="3662" y="2565"/>
                  </a:cubicBezTo>
                  <a:cubicBezTo>
                    <a:pt x="3160" y="2659"/>
                    <a:pt x="2658" y="2845"/>
                    <a:pt x="2164" y="3152"/>
                  </a:cubicBezTo>
                  <a:cubicBezTo>
                    <a:pt x="288" y="4316"/>
                    <a:pt x="-801" y="7421"/>
                    <a:pt x="716" y="9333"/>
                  </a:cubicBezTo>
                  <a:cubicBezTo>
                    <a:pt x="1495" y="10315"/>
                    <a:pt x="601" y="12501"/>
                    <a:pt x="562" y="13788"/>
                  </a:cubicBezTo>
                  <a:cubicBezTo>
                    <a:pt x="507" y="15716"/>
                    <a:pt x="1007" y="17549"/>
                    <a:pt x="2129" y="1911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7" name="任意多边形: 形状 1306"/>
            <p:cNvSpPr/>
            <p:nvPr/>
          </p:nvSpPr>
          <p:spPr>
            <a:xfrm>
              <a:off x="3598057" y="2870605"/>
              <a:ext cx="21757" cy="26269"/>
            </a:xfrm>
            <a:custGeom>
              <a:avLst/>
              <a:gdLst>
                <a:gd name="connsiteX0" fmla="*/ 9534 w 21757"/>
                <a:gd name="connsiteY0" fmla="*/ 26066 h 26269"/>
                <a:gd name="connsiteX1" fmla="*/ 21453 w 21757"/>
                <a:gd name="connsiteY1" fmla="*/ 17922 h 26269"/>
                <a:gd name="connsiteX2" fmla="*/ 14760 w 21757"/>
                <a:gd name="connsiteY2" fmla="*/ 1191 h 26269"/>
                <a:gd name="connsiteX3" fmla="*/ 9084 w 21757"/>
                <a:gd name="connsiteY3" fmla="*/ 872 h 26269"/>
                <a:gd name="connsiteX4" fmla="*/ 6898 w 21757"/>
                <a:gd name="connsiteY4" fmla="*/ 787 h 26269"/>
                <a:gd name="connsiteX5" fmla="*/ 2190 w 21757"/>
                <a:gd name="connsiteY5" fmla="*/ 6000 h 26269"/>
                <a:gd name="connsiteX6" fmla="*/ 747 w 21757"/>
                <a:gd name="connsiteY6" fmla="*/ 8161 h 26269"/>
                <a:gd name="connsiteX7" fmla="*/ 3493 w 21757"/>
                <a:gd name="connsiteY7" fmla="*/ 14303 h 26269"/>
                <a:gd name="connsiteX8" fmla="*/ 9534 w 21757"/>
                <a:gd name="connsiteY8" fmla="*/ 26066 h 2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57" h="26269">
                  <a:moveTo>
                    <a:pt x="9534" y="26066"/>
                  </a:moveTo>
                  <a:cubicBezTo>
                    <a:pt x="15144" y="27221"/>
                    <a:pt x="20243" y="23326"/>
                    <a:pt x="21453" y="17922"/>
                  </a:cubicBezTo>
                  <a:cubicBezTo>
                    <a:pt x="22926" y="11357"/>
                    <a:pt x="18784" y="5846"/>
                    <a:pt x="14760" y="1191"/>
                  </a:cubicBezTo>
                  <a:cubicBezTo>
                    <a:pt x="13366" y="-419"/>
                    <a:pt x="10749" y="-266"/>
                    <a:pt x="9084" y="872"/>
                  </a:cubicBezTo>
                  <a:cubicBezTo>
                    <a:pt x="8365" y="678"/>
                    <a:pt x="7616" y="628"/>
                    <a:pt x="6898" y="787"/>
                  </a:cubicBezTo>
                  <a:cubicBezTo>
                    <a:pt x="4346" y="1347"/>
                    <a:pt x="2547" y="3495"/>
                    <a:pt x="2190" y="6000"/>
                  </a:cubicBezTo>
                  <a:cubicBezTo>
                    <a:pt x="1710" y="6721"/>
                    <a:pt x="1227" y="7440"/>
                    <a:pt x="747" y="8161"/>
                  </a:cubicBezTo>
                  <a:cubicBezTo>
                    <a:pt x="-1154" y="11006"/>
                    <a:pt x="868" y="13631"/>
                    <a:pt x="3493" y="14303"/>
                  </a:cubicBezTo>
                  <a:cubicBezTo>
                    <a:pt x="1447" y="19098"/>
                    <a:pt x="4133" y="24955"/>
                    <a:pt x="9534" y="26066"/>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8" name="任意多边形: 形状 1307"/>
            <p:cNvSpPr/>
            <p:nvPr/>
          </p:nvSpPr>
          <p:spPr>
            <a:xfrm>
              <a:off x="3635565" y="2894348"/>
              <a:ext cx="18996" cy="23892"/>
            </a:xfrm>
            <a:custGeom>
              <a:avLst/>
              <a:gdLst>
                <a:gd name="connsiteX0" fmla="*/ 6559 w 18996"/>
                <a:gd name="connsiteY0" fmla="*/ 22427 h 23892"/>
                <a:gd name="connsiteX1" fmla="*/ 18223 w 18996"/>
                <a:gd name="connsiteY1" fmla="*/ 18534 h 23892"/>
                <a:gd name="connsiteX2" fmla="*/ 4370 w 18996"/>
                <a:gd name="connsiteY2" fmla="*/ 15 h 23892"/>
                <a:gd name="connsiteX3" fmla="*/ 0 w 18996"/>
                <a:gd name="connsiteY3" fmla="*/ 4621 h 23892"/>
                <a:gd name="connsiteX4" fmla="*/ 371 w 18996"/>
                <a:gd name="connsiteY4" fmla="*/ 6327 h 23892"/>
                <a:gd name="connsiteX5" fmla="*/ 3026 w 18996"/>
                <a:gd name="connsiteY5" fmla="*/ 11306 h 23892"/>
                <a:gd name="connsiteX6" fmla="*/ 3147 w 18996"/>
                <a:gd name="connsiteY6" fmla="*/ 11795 h 23892"/>
                <a:gd name="connsiteX7" fmla="*/ 3109 w 18996"/>
                <a:gd name="connsiteY7" fmla="*/ 13786 h 23892"/>
                <a:gd name="connsiteX8" fmla="*/ 3328 w 18996"/>
                <a:gd name="connsiteY8" fmla="*/ 16924 h 23892"/>
                <a:gd name="connsiteX9" fmla="*/ 6559 w 18996"/>
                <a:gd name="connsiteY9" fmla="*/ 22427 h 23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96" h="23892">
                  <a:moveTo>
                    <a:pt x="6559" y="22427"/>
                  </a:moveTo>
                  <a:cubicBezTo>
                    <a:pt x="10776" y="25637"/>
                    <a:pt x="16468" y="23231"/>
                    <a:pt x="18223" y="18534"/>
                  </a:cubicBezTo>
                  <a:cubicBezTo>
                    <a:pt x="21677" y="9298"/>
                    <a:pt x="12937" y="855"/>
                    <a:pt x="4370" y="15"/>
                  </a:cubicBezTo>
                  <a:cubicBezTo>
                    <a:pt x="1940" y="-224"/>
                    <a:pt x="-35" y="2410"/>
                    <a:pt x="0" y="4621"/>
                  </a:cubicBezTo>
                  <a:cubicBezTo>
                    <a:pt x="11" y="5260"/>
                    <a:pt x="143" y="5828"/>
                    <a:pt x="371" y="6327"/>
                  </a:cubicBezTo>
                  <a:cubicBezTo>
                    <a:pt x="50" y="8272"/>
                    <a:pt x="821" y="10420"/>
                    <a:pt x="3026" y="11306"/>
                  </a:cubicBezTo>
                  <a:cubicBezTo>
                    <a:pt x="3034" y="11419"/>
                    <a:pt x="3073" y="11578"/>
                    <a:pt x="3147" y="11795"/>
                  </a:cubicBezTo>
                  <a:cubicBezTo>
                    <a:pt x="3155" y="12458"/>
                    <a:pt x="3141" y="13122"/>
                    <a:pt x="3109" y="13786"/>
                  </a:cubicBezTo>
                  <a:cubicBezTo>
                    <a:pt x="3109" y="14850"/>
                    <a:pt x="3122" y="15874"/>
                    <a:pt x="3328" y="16924"/>
                  </a:cubicBezTo>
                  <a:cubicBezTo>
                    <a:pt x="3745" y="19094"/>
                    <a:pt x="4779" y="21072"/>
                    <a:pt x="6559" y="22427"/>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9" name="任意多边形: 形状 1308"/>
            <p:cNvSpPr/>
            <p:nvPr/>
          </p:nvSpPr>
          <p:spPr>
            <a:xfrm>
              <a:off x="3584445" y="2910596"/>
              <a:ext cx="21811" cy="33621"/>
            </a:xfrm>
            <a:custGeom>
              <a:avLst/>
              <a:gdLst>
                <a:gd name="connsiteX0" fmla="*/ 3442 w 21811"/>
                <a:gd name="connsiteY0" fmla="*/ 30098 h 33621"/>
                <a:gd name="connsiteX1" fmla="*/ 21190 w 21811"/>
                <a:gd name="connsiteY1" fmla="*/ 24351 h 33621"/>
                <a:gd name="connsiteX2" fmla="*/ 12513 w 21811"/>
                <a:gd name="connsiteY2" fmla="*/ 1193 h 33621"/>
                <a:gd name="connsiteX3" fmla="*/ 6168 w 21811"/>
                <a:gd name="connsiteY3" fmla="*/ 1439 h 33621"/>
                <a:gd name="connsiteX4" fmla="*/ 5005 w 21811"/>
                <a:gd name="connsiteY4" fmla="*/ 4265 h 33621"/>
                <a:gd name="connsiteX5" fmla="*/ 2070 w 21811"/>
                <a:gd name="connsiteY5" fmla="*/ 5724 h 33621"/>
                <a:gd name="connsiteX6" fmla="*/ 622 w 21811"/>
                <a:gd name="connsiteY6" fmla="*/ 18211 h 33621"/>
                <a:gd name="connsiteX7" fmla="*/ 3442 w 21811"/>
                <a:gd name="connsiteY7" fmla="*/ 30098 h 33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11" h="33621">
                  <a:moveTo>
                    <a:pt x="3442" y="30098"/>
                  </a:moveTo>
                  <a:cubicBezTo>
                    <a:pt x="9123" y="37691"/>
                    <a:pt x="19111" y="31722"/>
                    <a:pt x="21190" y="24351"/>
                  </a:cubicBezTo>
                  <a:cubicBezTo>
                    <a:pt x="23730" y="15345"/>
                    <a:pt x="18022" y="7658"/>
                    <a:pt x="12513" y="1193"/>
                  </a:cubicBezTo>
                  <a:cubicBezTo>
                    <a:pt x="10928" y="-667"/>
                    <a:pt x="7693" y="-171"/>
                    <a:pt x="6168" y="1439"/>
                  </a:cubicBezTo>
                  <a:cubicBezTo>
                    <a:pt x="5359" y="2295"/>
                    <a:pt x="5008" y="3278"/>
                    <a:pt x="5005" y="4265"/>
                  </a:cubicBezTo>
                  <a:cubicBezTo>
                    <a:pt x="4026" y="4394"/>
                    <a:pt x="3030" y="4844"/>
                    <a:pt x="2070" y="5724"/>
                  </a:cubicBezTo>
                  <a:cubicBezTo>
                    <a:pt x="-1216" y="8728"/>
                    <a:pt x="320" y="14308"/>
                    <a:pt x="622" y="18211"/>
                  </a:cubicBezTo>
                  <a:cubicBezTo>
                    <a:pt x="931" y="22241"/>
                    <a:pt x="910" y="26715"/>
                    <a:pt x="3442" y="30098"/>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0" name="任意多边形: 形状 1309"/>
            <p:cNvSpPr/>
            <p:nvPr/>
          </p:nvSpPr>
          <p:spPr>
            <a:xfrm>
              <a:off x="3624140" y="2931789"/>
              <a:ext cx="21664" cy="26592"/>
            </a:xfrm>
            <a:custGeom>
              <a:avLst/>
              <a:gdLst>
                <a:gd name="connsiteX0" fmla="*/ 4469 w 21664"/>
                <a:gd name="connsiteY0" fmla="*/ 24192 h 26592"/>
                <a:gd name="connsiteX1" fmla="*/ 20209 w 21664"/>
                <a:gd name="connsiteY1" fmla="*/ 20975 h 26592"/>
                <a:gd name="connsiteX2" fmla="*/ 16657 w 21664"/>
                <a:gd name="connsiteY2" fmla="*/ 2011 h 26592"/>
                <a:gd name="connsiteX3" fmla="*/ 8263 w 21664"/>
                <a:gd name="connsiteY3" fmla="*/ 4512 h 26592"/>
                <a:gd name="connsiteX4" fmla="*/ 2115 w 21664"/>
                <a:gd name="connsiteY4" fmla="*/ 6902 h 26592"/>
                <a:gd name="connsiteX5" fmla="*/ 4469 w 21664"/>
                <a:gd name="connsiteY5" fmla="*/ 24192 h 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64" h="26592">
                  <a:moveTo>
                    <a:pt x="4469" y="24192"/>
                  </a:moveTo>
                  <a:cubicBezTo>
                    <a:pt x="9519" y="28494"/>
                    <a:pt x="17126" y="26768"/>
                    <a:pt x="20209" y="20975"/>
                  </a:cubicBezTo>
                  <a:cubicBezTo>
                    <a:pt x="23674" y="14462"/>
                    <a:pt x="20330" y="7555"/>
                    <a:pt x="16657" y="2011"/>
                  </a:cubicBezTo>
                  <a:cubicBezTo>
                    <a:pt x="13971" y="-2041"/>
                    <a:pt x="8120" y="669"/>
                    <a:pt x="8263" y="4512"/>
                  </a:cubicBezTo>
                  <a:cubicBezTo>
                    <a:pt x="5999" y="4139"/>
                    <a:pt x="3717" y="4938"/>
                    <a:pt x="2115" y="6902"/>
                  </a:cubicBezTo>
                  <a:cubicBezTo>
                    <a:pt x="-1750" y="11642"/>
                    <a:pt x="66" y="20442"/>
                    <a:pt x="4469" y="2419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1" name="任意多边形: 形状 1310"/>
            <p:cNvSpPr/>
            <p:nvPr/>
          </p:nvSpPr>
          <p:spPr>
            <a:xfrm>
              <a:off x="3666376" y="2926132"/>
              <a:ext cx="20787" cy="25116"/>
            </a:xfrm>
            <a:custGeom>
              <a:avLst/>
              <a:gdLst>
                <a:gd name="connsiteX0" fmla="*/ 2339 w 20787"/>
                <a:gd name="connsiteY0" fmla="*/ 21125 h 25116"/>
                <a:gd name="connsiteX1" fmla="*/ 19023 w 20787"/>
                <a:gd name="connsiteY1" fmla="*/ 19400 h 25116"/>
                <a:gd name="connsiteX2" fmla="*/ 15594 w 20787"/>
                <a:gd name="connsiteY2" fmla="*/ 1693 h 25116"/>
                <a:gd name="connsiteX3" fmla="*/ 11090 w 20787"/>
                <a:gd name="connsiteY3" fmla="*/ 1476 h 25116"/>
                <a:gd name="connsiteX4" fmla="*/ 3806 w 20787"/>
                <a:gd name="connsiteY4" fmla="*/ 2280 h 25116"/>
                <a:gd name="connsiteX5" fmla="*/ 2339 w 20787"/>
                <a:gd name="connsiteY5" fmla="*/ 21125 h 25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87" h="25116">
                  <a:moveTo>
                    <a:pt x="2339" y="21125"/>
                  </a:moveTo>
                  <a:cubicBezTo>
                    <a:pt x="6903" y="27144"/>
                    <a:pt x="15769" y="26184"/>
                    <a:pt x="19023" y="19400"/>
                  </a:cubicBezTo>
                  <a:cubicBezTo>
                    <a:pt x="21571" y="14087"/>
                    <a:pt x="22079" y="4370"/>
                    <a:pt x="15594" y="1693"/>
                  </a:cubicBezTo>
                  <a:cubicBezTo>
                    <a:pt x="14096" y="1075"/>
                    <a:pt x="12532" y="1051"/>
                    <a:pt x="11090" y="1476"/>
                  </a:cubicBezTo>
                  <a:cubicBezTo>
                    <a:pt x="9169" y="-433"/>
                    <a:pt x="5535" y="-809"/>
                    <a:pt x="3806" y="2280"/>
                  </a:cubicBezTo>
                  <a:cubicBezTo>
                    <a:pt x="605" y="7988"/>
                    <a:pt x="-2119" y="15247"/>
                    <a:pt x="2339" y="2112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2" name="任意多边形: 形状 1311"/>
            <p:cNvSpPr/>
            <p:nvPr/>
          </p:nvSpPr>
          <p:spPr>
            <a:xfrm>
              <a:off x="3697155" y="2950907"/>
              <a:ext cx="24591" cy="24812"/>
            </a:xfrm>
            <a:custGeom>
              <a:avLst/>
              <a:gdLst>
                <a:gd name="connsiteX0" fmla="*/ 4097 w 24591"/>
                <a:gd name="connsiteY0" fmla="*/ 21048 h 24812"/>
                <a:gd name="connsiteX1" fmla="*/ 22377 w 24591"/>
                <a:gd name="connsiteY1" fmla="*/ 20615 h 24812"/>
                <a:gd name="connsiteX2" fmla="*/ 16477 w 24591"/>
                <a:gd name="connsiteY2" fmla="*/ 1064 h 24812"/>
                <a:gd name="connsiteX3" fmla="*/ 9007 w 24591"/>
                <a:gd name="connsiteY3" fmla="*/ 3409 h 24812"/>
                <a:gd name="connsiteX4" fmla="*/ 4593 w 24591"/>
                <a:gd name="connsiteY4" fmla="*/ 4424 h 24812"/>
                <a:gd name="connsiteX5" fmla="*/ 4097 w 24591"/>
                <a:gd name="connsiteY5" fmla="*/ 21048 h 2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591" h="24812">
                  <a:moveTo>
                    <a:pt x="4097" y="21048"/>
                  </a:moveTo>
                  <a:cubicBezTo>
                    <a:pt x="9227" y="25761"/>
                    <a:pt x="17785" y="26515"/>
                    <a:pt x="22377" y="20615"/>
                  </a:cubicBezTo>
                  <a:cubicBezTo>
                    <a:pt x="27869" y="13559"/>
                    <a:pt x="22089" y="5656"/>
                    <a:pt x="16477" y="1064"/>
                  </a:cubicBezTo>
                  <a:cubicBezTo>
                    <a:pt x="13547" y="-1331"/>
                    <a:pt x="9885" y="696"/>
                    <a:pt x="9007" y="3409"/>
                  </a:cubicBezTo>
                  <a:cubicBezTo>
                    <a:pt x="7581" y="3341"/>
                    <a:pt x="6077" y="3648"/>
                    <a:pt x="4593" y="4424"/>
                  </a:cubicBezTo>
                  <a:cubicBezTo>
                    <a:pt x="-2119" y="7944"/>
                    <a:pt x="-761" y="16584"/>
                    <a:pt x="4097" y="21048"/>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3" name="任意多边形: 形状 1312"/>
            <p:cNvSpPr/>
            <p:nvPr/>
          </p:nvSpPr>
          <p:spPr>
            <a:xfrm>
              <a:off x="3647316" y="2971735"/>
              <a:ext cx="22409" cy="23433"/>
            </a:xfrm>
            <a:custGeom>
              <a:avLst/>
              <a:gdLst>
                <a:gd name="connsiteX0" fmla="*/ 6870 w 22409"/>
                <a:gd name="connsiteY0" fmla="*/ 22619 h 23433"/>
                <a:gd name="connsiteX1" fmla="*/ 22320 w 22409"/>
                <a:gd name="connsiteY1" fmla="*/ 13336 h 23433"/>
                <a:gd name="connsiteX2" fmla="*/ 8980 w 22409"/>
                <a:gd name="connsiteY2" fmla="*/ 72 h 23433"/>
                <a:gd name="connsiteX3" fmla="*/ 4887 w 22409"/>
                <a:gd name="connsiteY3" fmla="*/ 3956 h 23433"/>
                <a:gd name="connsiteX4" fmla="*/ 3178 w 22409"/>
                <a:gd name="connsiteY4" fmla="*/ 5114 h 23433"/>
                <a:gd name="connsiteX5" fmla="*/ 6870 w 22409"/>
                <a:gd name="connsiteY5" fmla="*/ 22619 h 2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409" h="23433">
                  <a:moveTo>
                    <a:pt x="6870" y="22619"/>
                  </a:moveTo>
                  <a:cubicBezTo>
                    <a:pt x="13756" y="25450"/>
                    <a:pt x="21426" y="20556"/>
                    <a:pt x="22320" y="13336"/>
                  </a:cubicBezTo>
                  <a:cubicBezTo>
                    <a:pt x="23266" y="5690"/>
                    <a:pt x="16565" y="-759"/>
                    <a:pt x="8980" y="72"/>
                  </a:cubicBezTo>
                  <a:cubicBezTo>
                    <a:pt x="6577" y="336"/>
                    <a:pt x="5224" y="2075"/>
                    <a:pt x="4887" y="3956"/>
                  </a:cubicBezTo>
                  <a:cubicBezTo>
                    <a:pt x="4275" y="4267"/>
                    <a:pt x="3699" y="4651"/>
                    <a:pt x="3178" y="5114"/>
                  </a:cubicBezTo>
                  <a:cubicBezTo>
                    <a:pt x="-2635" y="10271"/>
                    <a:pt x="75" y="19823"/>
                    <a:pt x="6870" y="22619"/>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4" name="任意多边形: 形状 1313"/>
            <p:cNvSpPr/>
            <p:nvPr/>
          </p:nvSpPr>
          <p:spPr>
            <a:xfrm>
              <a:off x="3580867" y="2958523"/>
              <a:ext cx="22016" cy="25355"/>
            </a:xfrm>
            <a:custGeom>
              <a:avLst/>
              <a:gdLst>
                <a:gd name="connsiteX0" fmla="*/ 6896 w 22016"/>
                <a:gd name="connsiteY0" fmla="*/ 20912 h 25355"/>
                <a:gd name="connsiteX1" fmla="*/ 17551 w 22016"/>
                <a:gd name="connsiteY1" fmla="*/ 24421 h 25355"/>
                <a:gd name="connsiteX2" fmla="*/ 21885 w 22016"/>
                <a:gd name="connsiteY2" fmla="*/ 18103 h 25355"/>
                <a:gd name="connsiteX3" fmla="*/ 20983 w 22016"/>
                <a:gd name="connsiteY3" fmla="*/ 11723 h 25355"/>
                <a:gd name="connsiteX4" fmla="*/ 21413 w 22016"/>
                <a:gd name="connsiteY4" fmla="*/ 8406 h 25355"/>
                <a:gd name="connsiteX5" fmla="*/ 7376 w 22016"/>
                <a:gd name="connsiteY5" fmla="*/ 574 h 25355"/>
                <a:gd name="connsiteX6" fmla="*/ 1127 w 22016"/>
                <a:gd name="connsiteY6" fmla="*/ 15739 h 25355"/>
                <a:gd name="connsiteX7" fmla="*/ 6896 w 22016"/>
                <a:gd name="connsiteY7" fmla="*/ 20912 h 2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16" h="25355">
                  <a:moveTo>
                    <a:pt x="6896" y="20912"/>
                  </a:moveTo>
                  <a:cubicBezTo>
                    <a:pt x="8581" y="24643"/>
                    <a:pt x="13614" y="26657"/>
                    <a:pt x="17551" y="24421"/>
                  </a:cubicBezTo>
                  <a:cubicBezTo>
                    <a:pt x="19844" y="23118"/>
                    <a:pt x="21463" y="20693"/>
                    <a:pt x="21885" y="18103"/>
                  </a:cubicBezTo>
                  <a:cubicBezTo>
                    <a:pt x="22247" y="15884"/>
                    <a:pt x="21830" y="13733"/>
                    <a:pt x="20983" y="11723"/>
                  </a:cubicBezTo>
                  <a:cubicBezTo>
                    <a:pt x="21515" y="10817"/>
                    <a:pt x="21734" y="9698"/>
                    <a:pt x="21413" y="8406"/>
                  </a:cubicBezTo>
                  <a:cubicBezTo>
                    <a:pt x="19896" y="2341"/>
                    <a:pt x="13378" y="-1519"/>
                    <a:pt x="7376" y="574"/>
                  </a:cubicBezTo>
                  <a:cubicBezTo>
                    <a:pt x="1138" y="2747"/>
                    <a:pt x="-1772" y="9810"/>
                    <a:pt x="1127" y="15739"/>
                  </a:cubicBezTo>
                  <a:cubicBezTo>
                    <a:pt x="2321" y="18177"/>
                    <a:pt x="4463" y="20004"/>
                    <a:pt x="6896" y="2091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5" name="任意多边形: 形状 1314"/>
            <p:cNvSpPr/>
            <p:nvPr/>
          </p:nvSpPr>
          <p:spPr>
            <a:xfrm>
              <a:off x="3610674" y="2992142"/>
              <a:ext cx="19520" cy="24951"/>
            </a:xfrm>
            <a:custGeom>
              <a:avLst/>
              <a:gdLst>
                <a:gd name="connsiteX0" fmla="*/ 10997 w 19520"/>
                <a:gd name="connsiteY0" fmla="*/ 24664 h 24951"/>
                <a:gd name="connsiteX1" fmla="*/ 15184 w 19520"/>
                <a:gd name="connsiteY1" fmla="*/ 22091 h 24951"/>
                <a:gd name="connsiteX2" fmla="*/ 19170 w 19520"/>
                <a:gd name="connsiteY2" fmla="*/ 18673 h 24951"/>
                <a:gd name="connsiteX3" fmla="*/ 12289 w 19520"/>
                <a:gd name="connsiteY3" fmla="*/ 291 h 24951"/>
                <a:gd name="connsiteX4" fmla="*/ 0 w 19520"/>
                <a:gd name="connsiteY4" fmla="*/ 12191 h 24951"/>
                <a:gd name="connsiteX5" fmla="*/ 10997 w 19520"/>
                <a:gd name="connsiteY5" fmla="*/ 24664 h 24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20" h="24951">
                  <a:moveTo>
                    <a:pt x="10997" y="24664"/>
                  </a:moveTo>
                  <a:cubicBezTo>
                    <a:pt x="12624" y="24242"/>
                    <a:pt x="14053" y="23312"/>
                    <a:pt x="15184" y="22091"/>
                  </a:cubicBezTo>
                  <a:cubicBezTo>
                    <a:pt x="17038" y="21891"/>
                    <a:pt x="18914" y="20590"/>
                    <a:pt x="19170" y="18673"/>
                  </a:cubicBezTo>
                  <a:cubicBezTo>
                    <a:pt x="19995" y="12506"/>
                    <a:pt x="19954" y="2178"/>
                    <a:pt x="12289" y="291"/>
                  </a:cubicBezTo>
                  <a:cubicBezTo>
                    <a:pt x="4861" y="-1536"/>
                    <a:pt x="-3" y="5588"/>
                    <a:pt x="0" y="12191"/>
                  </a:cubicBezTo>
                  <a:cubicBezTo>
                    <a:pt x="0" y="18223"/>
                    <a:pt x="3473" y="26615"/>
                    <a:pt x="10997" y="24664"/>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6" name="任意多边形: 形状 1315"/>
            <p:cNvSpPr/>
            <p:nvPr/>
          </p:nvSpPr>
          <p:spPr>
            <a:xfrm>
              <a:off x="3688557" y="2996218"/>
              <a:ext cx="18874" cy="23135"/>
            </a:xfrm>
            <a:custGeom>
              <a:avLst/>
              <a:gdLst>
                <a:gd name="connsiteX0" fmla="*/ 10210 w 18874"/>
                <a:gd name="connsiteY0" fmla="*/ 22588 h 23135"/>
                <a:gd name="connsiteX1" fmla="*/ 16330 w 18874"/>
                <a:gd name="connsiteY1" fmla="*/ 16551 h 23135"/>
                <a:gd name="connsiteX2" fmla="*/ 17734 w 18874"/>
                <a:gd name="connsiteY2" fmla="*/ 14921 h 23135"/>
                <a:gd name="connsiteX3" fmla="*/ 4907 w 18874"/>
                <a:gd name="connsiteY3" fmla="*/ 1139 h 23135"/>
                <a:gd name="connsiteX4" fmla="*/ 501 w 18874"/>
                <a:gd name="connsiteY4" fmla="*/ 12126 h 23135"/>
                <a:gd name="connsiteX5" fmla="*/ 1681 w 18874"/>
                <a:gd name="connsiteY5" fmla="*/ 14299 h 23135"/>
                <a:gd name="connsiteX6" fmla="*/ 10210 w 18874"/>
                <a:gd name="connsiteY6" fmla="*/ 22588 h 2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74" h="23135">
                  <a:moveTo>
                    <a:pt x="10210" y="22588"/>
                  </a:moveTo>
                  <a:cubicBezTo>
                    <a:pt x="14390" y="24783"/>
                    <a:pt x="17970" y="19881"/>
                    <a:pt x="16330" y="16551"/>
                  </a:cubicBezTo>
                  <a:cubicBezTo>
                    <a:pt x="16873" y="16175"/>
                    <a:pt x="17356" y="15643"/>
                    <a:pt x="17734" y="14921"/>
                  </a:cubicBezTo>
                  <a:cubicBezTo>
                    <a:pt x="21975" y="6826"/>
                    <a:pt x="13644" y="-3461"/>
                    <a:pt x="4907" y="1139"/>
                  </a:cubicBezTo>
                  <a:cubicBezTo>
                    <a:pt x="1012" y="3191"/>
                    <a:pt x="-1007" y="7929"/>
                    <a:pt x="501" y="12126"/>
                  </a:cubicBezTo>
                  <a:cubicBezTo>
                    <a:pt x="784" y="12913"/>
                    <a:pt x="1190" y="13640"/>
                    <a:pt x="1681" y="14299"/>
                  </a:cubicBezTo>
                  <a:cubicBezTo>
                    <a:pt x="3091" y="18292"/>
                    <a:pt x="6561" y="20671"/>
                    <a:pt x="10210" y="22588"/>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7" name="任意多边形: 形状 1316"/>
            <p:cNvSpPr/>
            <p:nvPr/>
          </p:nvSpPr>
          <p:spPr>
            <a:xfrm>
              <a:off x="3645360" y="3009258"/>
              <a:ext cx="19969" cy="20128"/>
            </a:xfrm>
            <a:custGeom>
              <a:avLst/>
              <a:gdLst>
                <a:gd name="connsiteX0" fmla="*/ 14719 w 19969"/>
                <a:gd name="connsiteY0" fmla="*/ 18910 h 20128"/>
                <a:gd name="connsiteX1" fmla="*/ 19964 w 19969"/>
                <a:gd name="connsiteY1" fmla="*/ 14524 h 20128"/>
                <a:gd name="connsiteX2" fmla="*/ 9795 w 19969"/>
                <a:gd name="connsiteY2" fmla="*/ 9 h 20128"/>
                <a:gd name="connsiteX3" fmla="*/ 333 w 19969"/>
                <a:gd name="connsiteY3" fmla="*/ 12209 h 20128"/>
                <a:gd name="connsiteX4" fmla="*/ 14719 w 19969"/>
                <a:gd name="connsiteY4" fmla="*/ 18910 h 20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69" h="20128">
                  <a:moveTo>
                    <a:pt x="14719" y="18910"/>
                  </a:moveTo>
                  <a:cubicBezTo>
                    <a:pt x="17251" y="19314"/>
                    <a:pt x="20112" y="17824"/>
                    <a:pt x="19964" y="14524"/>
                  </a:cubicBezTo>
                  <a:cubicBezTo>
                    <a:pt x="19678" y="8253"/>
                    <a:pt x="17393" y="355"/>
                    <a:pt x="9795" y="9"/>
                  </a:cubicBezTo>
                  <a:cubicBezTo>
                    <a:pt x="3409" y="-281"/>
                    <a:pt x="-1323" y="6176"/>
                    <a:pt x="333" y="12209"/>
                  </a:cubicBezTo>
                  <a:cubicBezTo>
                    <a:pt x="1935" y="18044"/>
                    <a:pt x="9158" y="22334"/>
                    <a:pt x="14719" y="1891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318" name="图形 4" descr="D:\51PPT模板网\51pptmoban.com\图片.jpg"/>
          <p:cNvGrpSpPr/>
          <p:nvPr/>
        </p:nvGrpSpPr>
        <p:grpSpPr>
          <a:xfrm>
            <a:off x="4157477" y="-256785"/>
            <a:ext cx="814032" cy="904429"/>
            <a:chOff x="4704255" y="2290633"/>
            <a:chExt cx="492919" cy="547657"/>
          </a:xfrm>
          <a:solidFill>
            <a:srgbClr val="4B588B"/>
          </a:solidFill>
        </p:grpSpPr>
        <p:sp>
          <p:nvSpPr>
            <p:cNvPr id="1319" name="任意多边形: 形状 1318"/>
            <p:cNvSpPr/>
            <p:nvPr/>
          </p:nvSpPr>
          <p:spPr>
            <a:xfrm>
              <a:off x="4882489" y="2327382"/>
              <a:ext cx="144159" cy="300940"/>
            </a:xfrm>
            <a:custGeom>
              <a:avLst/>
              <a:gdLst>
                <a:gd name="connsiteX0" fmla="*/ 245 w 144159"/>
                <a:gd name="connsiteY0" fmla="*/ 7698 h 300940"/>
                <a:gd name="connsiteX1" fmla="*/ 94474 w 144159"/>
                <a:gd name="connsiteY1" fmla="*/ 237814 h 300940"/>
                <a:gd name="connsiteX2" fmla="*/ 131749 w 144159"/>
                <a:gd name="connsiteY2" fmla="*/ 297950 h 300940"/>
                <a:gd name="connsiteX3" fmla="*/ 143076 w 144159"/>
                <a:gd name="connsiteY3" fmla="*/ 291844 h 300940"/>
                <a:gd name="connsiteX4" fmla="*/ 33098 w 144159"/>
                <a:gd name="connsiteY4" fmla="*/ 71387 h 300940"/>
                <a:gd name="connsiteX5" fmla="*/ 12763 w 144159"/>
                <a:gd name="connsiteY5" fmla="*/ 4708 h 300940"/>
                <a:gd name="connsiteX6" fmla="*/ 245 w 144159"/>
                <a:gd name="connsiteY6" fmla="*/ 7698 h 30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59" h="300940">
                  <a:moveTo>
                    <a:pt x="245" y="7698"/>
                  </a:moveTo>
                  <a:cubicBezTo>
                    <a:pt x="21653" y="88010"/>
                    <a:pt x="53329" y="165588"/>
                    <a:pt x="94474" y="237814"/>
                  </a:cubicBezTo>
                  <a:cubicBezTo>
                    <a:pt x="106152" y="258314"/>
                    <a:pt x="118604" y="278358"/>
                    <a:pt x="131749" y="297950"/>
                  </a:cubicBezTo>
                  <a:cubicBezTo>
                    <a:pt x="136319" y="304762"/>
                    <a:pt x="147698" y="298738"/>
                    <a:pt x="143076" y="291844"/>
                  </a:cubicBezTo>
                  <a:cubicBezTo>
                    <a:pt x="97193" y="223456"/>
                    <a:pt x="59987" y="149241"/>
                    <a:pt x="33098" y="71387"/>
                  </a:cubicBezTo>
                  <a:cubicBezTo>
                    <a:pt x="25510" y="49416"/>
                    <a:pt x="18748" y="27169"/>
                    <a:pt x="12763" y="4708"/>
                  </a:cubicBezTo>
                  <a:cubicBezTo>
                    <a:pt x="10634" y="-3267"/>
                    <a:pt x="-1897" y="-332"/>
                    <a:pt x="245" y="769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0" name="任意多边形: 形状 1319"/>
            <p:cNvSpPr/>
            <p:nvPr/>
          </p:nvSpPr>
          <p:spPr>
            <a:xfrm>
              <a:off x="5011752" y="2613434"/>
              <a:ext cx="149429" cy="223641"/>
            </a:xfrm>
            <a:custGeom>
              <a:avLst/>
              <a:gdLst>
                <a:gd name="connsiteX0" fmla="*/ 4302 w 149429"/>
                <a:gd name="connsiteY0" fmla="*/ 12653 h 223641"/>
                <a:gd name="connsiteX1" fmla="*/ 132440 w 149429"/>
                <a:gd name="connsiteY1" fmla="*/ 156515 h 223641"/>
                <a:gd name="connsiteX2" fmla="*/ 135520 w 149429"/>
                <a:gd name="connsiteY2" fmla="*/ 217247 h 223641"/>
                <a:gd name="connsiteX3" fmla="*/ 148378 w 149429"/>
                <a:gd name="connsiteY3" fmla="*/ 217691 h 223641"/>
                <a:gd name="connsiteX4" fmla="*/ 61009 w 149429"/>
                <a:gd name="connsiteY4" fmla="*/ 26948 h 223641"/>
                <a:gd name="connsiteX5" fmla="*/ 8148 w 149429"/>
                <a:gd name="connsiteY5" fmla="*/ 372 h 223641"/>
                <a:gd name="connsiteX6" fmla="*/ 4302 w 149429"/>
                <a:gd name="connsiteY6" fmla="*/ 12653 h 22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429" h="223641">
                  <a:moveTo>
                    <a:pt x="4302" y="12653"/>
                  </a:moveTo>
                  <a:cubicBezTo>
                    <a:pt x="69069" y="34495"/>
                    <a:pt x="118318" y="89592"/>
                    <a:pt x="132440" y="156515"/>
                  </a:cubicBezTo>
                  <a:cubicBezTo>
                    <a:pt x="136658" y="176507"/>
                    <a:pt x="137594" y="196930"/>
                    <a:pt x="135520" y="217247"/>
                  </a:cubicBezTo>
                  <a:cubicBezTo>
                    <a:pt x="134678" y="225487"/>
                    <a:pt x="147538" y="225898"/>
                    <a:pt x="148378" y="217691"/>
                  </a:cubicBezTo>
                  <a:cubicBezTo>
                    <a:pt x="155957" y="143438"/>
                    <a:pt x="122125" y="69690"/>
                    <a:pt x="61009" y="26948"/>
                  </a:cubicBezTo>
                  <a:cubicBezTo>
                    <a:pt x="44786" y="15602"/>
                    <a:pt x="26900" y="6698"/>
                    <a:pt x="8148" y="372"/>
                  </a:cubicBezTo>
                  <a:cubicBezTo>
                    <a:pt x="289" y="-2278"/>
                    <a:pt x="-3536" y="10011"/>
                    <a:pt x="4302" y="12653"/>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1" name="任意多边形: 形状 1320"/>
            <p:cNvSpPr/>
            <p:nvPr/>
          </p:nvSpPr>
          <p:spPr>
            <a:xfrm>
              <a:off x="5006394" y="2614934"/>
              <a:ext cx="151666" cy="223356"/>
            </a:xfrm>
            <a:custGeom>
              <a:avLst/>
              <a:gdLst>
                <a:gd name="connsiteX0" fmla="*/ 21403 w 151666"/>
                <a:gd name="connsiteY0" fmla="*/ 104002 h 223356"/>
                <a:gd name="connsiteX1" fmla="*/ 104544 w 151666"/>
                <a:gd name="connsiteY1" fmla="*/ 171808 h 223356"/>
                <a:gd name="connsiteX2" fmla="*/ 138834 w 151666"/>
                <a:gd name="connsiteY2" fmla="*/ 218725 h 223356"/>
                <a:gd name="connsiteX3" fmla="*/ 151349 w 151666"/>
                <a:gd name="connsiteY3" fmla="*/ 215735 h 223356"/>
                <a:gd name="connsiteX4" fmla="*/ 85679 w 151666"/>
                <a:gd name="connsiteY4" fmla="*/ 141754 h 223356"/>
                <a:gd name="connsiteX5" fmla="*/ 16254 w 151666"/>
                <a:gd name="connsiteY5" fmla="*/ 65449 h 223356"/>
                <a:gd name="connsiteX6" fmla="*/ 18435 w 151666"/>
                <a:gd name="connsiteY6" fmla="*/ 8105 h 223356"/>
                <a:gd name="connsiteX7" fmla="*/ 6157 w 151666"/>
                <a:gd name="connsiteY7" fmla="*/ 4259 h 223356"/>
                <a:gd name="connsiteX8" fmla="*/ 21403 w 151666"/>
                <a:gd name="connsiteY8" fmla="*/ 104002 h 22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66" h="223356">
                  <a:moveTo>
                    <a:pt x="21403" y="104002"/>
                  </a:moveTo>
                  <a:cubicBezTo>
                    <a:pt x="43321" y="133090"/>
                    <a:pt x="77310" y="148675"/>
                    <a:pt x="104544" y="171808"/>
                  </a:cubicBezTo>
                  <a:cubicBezTo>
                    <a:pt x="119481" y="184495"/>
                    <a:pt x="132939" y="199687"/>
                    <a:pt x="138834" y="218725"/>
                  </a:cubicBezTo>
                  <a:cubicBezTo>
                    <a:pt x="141267" y="226584"/>
                    <a:pt x="153807" y="223674"/>
                    <a:pt x="151349" y="215735"/>
                  </a:cubicBezTo>
                  <a:cubicBezTo>
                    <a:pt x="141070" y="182539"/>
                    <a:pt x="113147" y="160750"/>
                    <a:pt x="85679" y="141754"/>
                  </a:cubicBezTo>
                  <a:cubicBezTo>
                    <a:pt x="56898" y="121846"/>
                    <a:pt x="26122" y="101091"/>
                    <a:pt x="16254" y="65449"/>
                  </a:cubicBezTo>
                  <a:cubicBezTo>
                    <a:pt x="11009" y="46501"/>
                    <a:pt x="11786" y="26588"/>
                    <a:pt x="18435" y="8105"/>
                  </a:cubicBezTo>
                  <a:cubicBezTo>
                    <a:pt x="21244" y="298"/>
                    <a:pt x="8952" y="-3513"/>
                    <a:pt x="6157" y="4259"/>
                  </a:cubicBezTo>
                  <a:cubicBezTo>
                    <a:pt x="-5892" y="37745"/>
                    <a:pt x="31" y="75640"/>
                    <a:pt x="21403" y="1040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2" name="任意多边形: 形状 1321"/>
            <p:cNvSpPr/>
            <p:nvPr/>
          </p:nvSpPr>
          <p:spPr>
            <a:xfrm>
              <a:off x="5012713" y="2615875"/>
              <a:ext cx="108305" cy="140043"/>
            </a:xfrm>
            <a:custGeom>
              <a:avLst/>
              <a:gdLst>
                <a:gd name="connsiteX0" fmla="*/ 342 w 108305"/>
                <a:gd name="connsiteY0" fmla="*/ 7590 h 140043"/>
                <a:gd name="connsiteX1" fmla="*/ 96387 w 108305"/>
                <a:gd name="connsiteY1" fmla="*/ 136569 h 140043"/>
                <a:gd name="connsiteX2" fmla="*/ 107714 w 108305"/>
                <a:gd name="connsiteY2" fmla="*/ 130466 h 140043"/>
                <a:gd name="connsiteX3" fmla="*/ 58786 w 108305"/>
                <a:gd name="connsiteY3" fmla="*/ 67847 h 140043"/>
                <a:gd name="connsiteX4" fmla="*/ 12860 w 108305"/>
                <a:gd name="connsiteY4" fmla="*/ 4602 h 140043"/>
                <a:gd name="connsiteX5" fmla="*/ 342 w 108305"/>
                <a:gd name="connsiteY5" fmla="*/ 7590 h 14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05" h="140043">
                  <a:moveTo>
                    <a:pt x="342" y="7590"/>
                  </a:moveTo>
                  <a:cubicBezTo>
                    <a:pt x="17652" y="61066"/>
                    <a:pt x="74499" y="86155"/>
                    <a:pt x="96387" y="136569"/>
                  </a:cubicBezTo>
                  <a:cubicBezTo>
                    <a:pt x="99682" y="144160"/>
                    <a:pt x="110998" y="138026"/>
                    <a:pt x="107714" y="130466"/>
                  </a:cubicBezTo>
                  <a:cubicBezTo>
                    <a:pt x="96972" y="105725"/>
                    <a:pt x="77627" y="86561"/>
                    <a:pt x="58786" y="67847"/>
                  </a:cubicBezTo>
                  <a:cubicBezTo>
                    <a:pt x="40305" y="49489"/>
                    <a:pt x="21070" y="29969"/>
                    <a:pt x="12860" y="4602"/>
                  </a:cubicBezTo>
                  <a:cubicBezTo>
                    <a:pt x="10328" y="-3213"/>
                    <a:pt x="-2217" y="-311"/>
                    <a:pt x="342" y="759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3" name="任意多边形: 形状 1322"/>
            <p:cNvSpPr/>
            <p:nvPr/>
          </p:nvSpPr>
          <p:spPr>
            <a:xfrm>
              <a:off x="4899124" y="2543485"/>
              <a:ext cx="83101" cy="266424"/>
            </a:xfrm>
            <a:custGeom>
              <a:avLst/>
              <a:gdLst>
                <a:gd name="connsiteX0" fmla="*/ 4387 w 83101"/>
                <a:gd name="connsiteY0" fmla="*/ 261955 h 266424"/>
                <a:gd name="connsiteX1" fmla="*/ 16902 w 83101"/>
                <a:gd name="connsiteY1" fmla="*/ 258967 h 266424"/>
                <a:gd name="connsiteX2" fmla="*/ 44600 w 83101"/>
                <a:gd name="connsiteY2" fmla="*/ 161619 h 266424"/>
                <a:gd name="connsiteX3" fmla="*/ 70646 w 83101"/>
                <a:gd name="connsiteY3" fmla="*/ 115182 h 266424"/>
                <a:gd name="connsiteX4" fmla="*/ 82574 w 83101"/>
                <a:gd name="connsiteY4" fmla="*/ 63492 h 266424"/>
                <a:gd name="connsiteX5" fmla="*/ 77192 w 83101"/>
                <a:gd name="connsiteY5" fmla="*/ 4714 h 266424"/>
                <a:gd name="connsiteX6" fmla="*/ 64677 w 83101"/>
                <a:gd name="connsiteY6" fmla="*/ 7701 h 266424"/>
                <a:gd name="connsiteX7" fmla="*/ 58368 w 83101"/>
                <a:gd name="connsiteY7" fmla="*/ 111334 h 266424"/>
                <a:gd name="connsiteX8" fmla="*/ 5657 w 83101"/>
                <a:gd name="connsiteY8" fmla="*/ 205615 h 266424"/>
                <a:gd name="connsiteX9" fmla="*/ 4387 w 83101"/>
                <a:gd name="connsiteY9" fmla="*/ 261955 h 26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101" h="266424">
                  <a:moveTo>
                    <a:pt x="4387" y="261955"/>
                  </a:moveTo>
                  <a:cubicBezTo>
                    <a:pt x="7290" y="269575"/>
                    <a:pt x="19851" y="266703"/>
                    <a:pt x="16902" y="258967"/>
                  </a:cubicBezTo>
                  <a:cubicBezTo>
                    <a:pt x="3515" y="223824"/>
                    <a:pt x="25773" y="189819"/>
                    <a:pt x="44600" y="161619"/>
                  </a:cubicBezTo>
                  <a:cubicBezTo>
                    <a:pt x="54500" y="146792"/>
                    <a:pt x="63989" y="131793"/>
                    <a:pt x="70646" y="115182"/>
                  </a:cubicBezTo>
                  <a:cubicBezTo>
                    <a:pt x="77244" y="98723"/>
                    <a:pt x="81186" y="81164"/>
                    <a:pt x="82574" y="63492"/>
                  </a:cubicBezTo>
                  <a:cubicBezTo>
                    <a:pt x="84124" y="43782"/>
                    <a:pt x="82239" y="23820"/>
                    <a:pt x="77192" y="4714"/>
                  </a:cubicBezTo>
                  <a:cubicBezTo>
                    <a:pt x="75082" y="-3269"/>
                    <a:pt x="62554" y="-334"/>
                    <a:pt x="64677" y="7701"/>
                  </a:cubicBezTo>
                  <a:cubicBezTo>
                    <a:pt x="73727" y="41958"/>
                    <a:pt x="71560" y="78421"/>
                    <a:pt x="58368" y="111334"/>
                  </a:cubicBezTo>
                  <a:cubicBezTo>
                    <a:pt x="44871" y="145004"/>
                    <a:pt x="17609" y="171182"/>
                    <a:pt x="5657" y="205615"/>
                  </a:cubicBezTo>
                  <a:cubicBezTo>
                    <a:pt x="-622" y="223698"/>
                    <a:pt x="-2537" y="243778"/>
                    <a:pt x="4387" y="26195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4" name="任意多边形: 形状 1323"/>
            <p:cNvSpPr/>
            <p:nvPr/>
          </p:nvSpPr>
          <p:spPr>
            <a:xfrm>
              <a:off x="4858391" y="2533831"/>
              <a:ext cx="115828" cy="276001"/>
            </a:xfrm>
            <a:custGeom>
              <a:avLst/>
              <a:gdLst>
                <a:gd name="connsiteX0" fmla="*/ 4768 w 115828"/>
                <a:gd name="connsiteY0" fmla="*/ 234864 h 276001"/>
                <a:gd name="connsiteX1" fmla="*/ 52181 w 115828"/>
                <a:gd name="connsiteY1" fmla="*/ 275940 h 276001"/>
                <a:gd name="connsiteX2" fmla="*/ 52625 w 115828"/>
                <a:gd name="connsiteY2" fmla="*/ 263083 h 276001"/>
                <a:gd name="connsiteX3" fmla="*/ 16092 w 115828"/>
                <a:gd name="connsiteY3" fmla="*/ 228231 h 276001"/>
                <a:gd name="connsiteX4" fmla="*/ 18717 w 115828"/>
                <a:gd name="connsiteY4" fmla="*/ 163692 h 276001"/>
                <a:gd name="connsiteX5" fmla="*/ 68333 w 115828"/>
                <a:gd name="connsiteY5" fmla="*/ 58835 h 276001"/>
                <a:gd name="connsiteX6" fmla="*/ 113634 w 115828"/>
                <a:gd name="connsiteY6" fmla="*/ 10988 h 276001"/>
                <a:gd name="connsiteX7" fmla="*/ 104859 w 115828"/>
                <a:gd name="connsiteY7" fmla="*/ 1582 h 276001"/>
                <a:gd name="connsiteX8" fmla="*/ 26560 w 115828"/>
                <a:gd name="connsiteY8" fmla="*/ 103481 h 276001"/>
                <a:gd name="connsiteX9" fmla="*/ 5360 w 115828"/>
                <a:gd name="connsiteY9" fmla="*/ 164418 h 276001"/>
                <a:gd name="connsiteX10" fmla="*/ 4768 w 115828"/>
                <a:gd name="connsiteY10" fmla="*/ 234864 h 27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28" h="276001">
                  <a:moveTo>
                    <a:pt x="4768" y="234864"/>
                  </a:moveTo>
                  <a:cubicBezTo>
                    <a:pt x="12215" y="255918"/>
                    <a:pt x="29533" y="273044"/>
                    <a:pt x="52181" y="275940"/>
                  </a:cubicBezTo>
                  <a:cubicBezTo>
                    <a:pt x="60389" y="276991"/>
                    <a:pt x="60781" y="264128"/>
                    <a:pt x="52625" y="263083"/>
                  </a:cubicBezTo>
                  <a:cubicBezTo>
                    <a:pt x="34627" y="260782"/>
                    <a:pt x="21049" y="244882"/>
                    <a:pt x="16092" y="228231"/>
                  </a:cubicBezTo>
                  <a:cubicBezTo>
                    <a:pt x="9834" y="207210"/>
                    <a:pt x="13614" y="184540"/>
                    <a:pt x="18717" y="163692"/>
                  </a:cubicBezTo>
                  <a:cubicBezTo>
                    <a:pt x="27989" y="125800"/>
                    <a:pt x="45021" y="90091"/>
                    <a:pt x="68333" y="58835"/>
                  </a:cubicBezTo>
                  <a:cubicBezTo>
                    <a:pt x="81509" y="41169"/>
                    <a:pt x="96791" y="25185"/>
                    <a:pt x="113634" y="10988"/>
                  </a:cubicBezTo>
                  <a:cubicBezTo>
                    <a:pt x="119977" y="5642"/>
                    <a:pt x="111176" y="-3742"/>
                    <a:pt x="104859" y="1582"/>
                  </a:cubicBezTo>
                  <a:cubicBezTo>
                    <a:pt x="71842" y="29415"/>
                    <a:pt x="44947" y="64404"/>
                    <a:pt x="26560" y="103481"/>
                  </a:cubicBezTo>
                  <a:cubicBezTo>
                    <a:pt x="17375" y="123002"/>
                    <a:pt x="10144" y="143373"/>
                    <a:pt x="5360" y="164418"/>
                  </a:cubicBezTo>
                  <a:cubicBezTo>
                    <a:pt x="162" y="187294"/>
                    <a:pt x="-3245" y="212211"/>
                    <a:pt x="4768" y="23486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5" name="任意多边形: 形状 1324"/>
            <p:cNvSpPr/>
            <p:nvPr/>
          </p:nvSpPr>
          <p:spPr>
            <a:xfrm>
              <a:off x="4901212" y="2533852"/>
              <a:ext cx="75309" cy="161780"/>
            </a:xfrm>
            <a:custGeom>
              <a:avLst/>
              <a:gdLst>
                <a:gd name="connsiteX0" fmla="*/ 12169 w 75309"/>
                <a:gd name="connsiteY0" fmla="*/ 159131 h 161780"/>
                <a:gd name="connsiteX1" fmla="*/ 75241 w 75309"/>
                <a:gd name="connsiteY1" fmla="*/ 6351 h 161780"/>
                <a:gd name="connsiteX2" fmla="*/ 62384 w 75309"/>
                <a:gd name="connsiteY2" fmla="*/ 5907 h 161780"/>
                <a:gd name="connsiteX3" fmla="*/ 1293 w 75309"/>
                <a:gd name="connsiteY3" fmla="*/ 152259 h 161780"/>
                <a:gd name="connsiteX4" fmla="*/ 12169 w 75309"/>
                <a:gd name="connsiteY4" fmla="*/ 159131 h 161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9" h="161780">
                  <a:moveTo>
                    <a:pt x="12169" y="159131"/>
                  </a:moveTo>
                  <a:cubicBezTo>
                    <a:pt x="46100" y="114617"/>
                    <a:pt x="67681" y="61764"/>
                    <a:pt x="75241" y="6351"/>
                  </a:cubicBezTo>
                  <a:cubicBezTo>
                    <a:pt x="76360" y="-1843"/>
                    <a:pt x="63495" y="-2232"/>
                    <a:pt x="62384" y="5907"/>
                  </a:cubicBezTo>
                  <a:cubicBezTo>
                    <a:pt x="55131" y="59064"/>
                    <a:pt x="33788" y="109624"/>
                    <a:pt x="1293" y="152259"/>
                  </a:cubicBezTo>
                  <a:cubicBezTo>
                    <a:pt x="-3736" y="158854"/>
                    <a:pt x="7185" y="165668"/>
                    <a:pt x="12169" y="15913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6" name="任意多边形: 形状 1325"/>
            <p:cNvSpPr/>
            <p:nvPr/>
          </p:nvSpPr>
          <p:spPr>
            <a:xfrm>
              <a:off x="4974277" y="2549062"/>
              <a:ext cx="220248" cy="91531"/>
            </a:xfrm>
            <a:custGeom>
              <a:avLst/>
              <a:gdLst>
                <a:gd name="connsiteX0" fmla="*/ 2091 w 220248"/>
                <a:gd name="connsiteY0" fmla="*/ 10412 h 91531"/>
                <a:gd name="connsiteX1" fmla="*/ 105885 w 220248"/>
                <a:gd name="connsiteY1" fmla="*/ 55699 h 91531"/>
                <a:gd name="connsiteX2" fmla="*/ 208371 w 220248"/>
                <a:gd name="connsiteY2" fmla="*/ 88030 h 91531"/>
                <a:gd name="connsiteX3" fmla="*/ 219698 w 220248"/>
                <a:gd name="connsiteY3" fmla="*/ 81927 h 91531"/>
                <a:gd name="connsiteX4" fmla="*/ 120781 w 220248"/>
                <a:gd name="connsiteY4" fmla="*/ 43975 h 91531"/>
                <a:gd name="connsiteX5" fmla="*/ 11495 w 220248"/>
                <a:gd name="connsiteY5" fmla="*/ 1633 h 91531"/>
                <a:gd name="connsiteX6" fmla="*/ 2091 w 220248"/>
                <a:gd name="connsiteY6" fmla="*/ 1041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248" h="91531">
                  <a:moveTo>
                    <a:pt x="2091" y="10412"/>
                  </a:moveTo>
                  <a:cubicBezTo>
                    <a:pt x="31591" y="35259"/>
                    <a:pt x="67516" y="51178"/>
                    <a:pt x="105885" y="55699"/>
                  </a:cubicBezTo>
                  <a:cubicBezTo>
                    <a:pt x="138784" y="59575"/>
                    <a:pt x="192225" y="49189"/>
                    <a:pt x="208371" y="88030"/>
                  </a:cubicBezTo>
                  <a:cubicBezTo>
                    <a:pt x="211545" y="95665"/>
                    <a:pt x="222855" y="89523"/>
                    <a:pt x="219698" y="81927"/>
                  </a:cubicBezTo>
                  <a:cubicBezTo>
                    <a:pt x="203529" y="43031"/>
                    <a:pt x="155425" y="45472"/>
                    <a:pt x="120781" y="43975"/>
                  </a:cubicBezTo>
                  <a:cubicBezTo>
                    <a:pt x="80911" y="42249"/>
                    <a:pt x="42062" y="27384"/>
                    <a:pt x="11495" y="1633"/>
                  </a:cubicBezTo>
                  <a:cubicBezTo>
                    <a:pt x="5234" y="-3639"/>
                    <a:pt x="-4238" y="5081"/>
                    <a:pt x="2091" y="1041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7" name="任意多边形: 形状 1326"/>
            <p:cNvSpPr/>
            <p:nvPr/>
          </p:nvSpPr>
          <p:spPr>
            <a:xfrm>
              <a:off x="4970409" y="2521382"/>
              <a:ext cx="226766" cy="119000"/>
            </a:xfrm>
            <a:custGeom>
              <a:avLst/>
              <a:gdLst>
                <a:gd name="connsiteX0" fmla="*/ 9413 w 226766"/>
                <a:gd name="connsiteY0" fmla="*/ 31656 h 119000"/>
                <a:gd name="connsiteX1" fmla="*/ 107927 w 226766"/>
                <a:gd name="connsiteY1" fmla="*/ 14099 h 119000"/>
                <a:gd name="connsiteX2" fmla="*/ 197210 w 226766"/>
                <a:gd name="connsiteY2" fmla="*/ 56833 h 119000"/>
                <a:gd name="connsiteX3" fmla="*/ 211949 w 226766"/>
                <a:gd name="connsiteY3" fmla="*/ 110775 h 119000"/>
                <a:gd name="connsiteX4" fmla="*/ 224228 w 226766"/>
                <a:gd name="connsiteY4" fmla="*/ 114621 h 119000"/>
                <a:gd name="connsiteX5" fmla="*/ 174139 w 226766"/>
                <a:gd name="connsiteY5" fmla="*/ 22622 h 119000"/>
                <a:gd name="connsiteX6" fmla="*/ 64143 w 226766"/>
                <a:gd name="connsiteY6" fmla="*/ 1316 h 119000"/>
                <a:gd name="connsiteX7" fmla="*/ 3307 w 226766"/>
                <a:gd name="connsiteY7" fmla="*/ 20329 h 119000"/>
                <a:gd name="connsiteX8" fmla="*/ 9413 w 226766"/>
                <a:gd name="connsiteY8" fmla="*/ 31656 h 11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766" h="119000">
                  <a:moveTo>
                    <a:pt x="9413" y="31656"/>
                  </a:moveTo>
                  <a:cubicBezTo>
                    <a:pt x="39583" y="15748"/>
                    <a:pt x="74131" y="9943"/>
                    <a:pt x="107927" y="14099"/>
                  </a:cubicBezTo>
                  <a:cubicBezTo>
                    <a:pt x="140340" y="18085"/>
                    <a:pt x="175174" y="31952"/>
                    <a:pt x="197210" y="56833"/>
                  </a:cubicBezTo>
                  <a:cubicBezTo>
                    <a:pt x="210144" y="71435"/>
                    <a:pt x="217551" y="91482"/>
                    <a:pt x="211949" y="110775"/>
                  </a:cubicBezTo>
                  <a:cubicBezTo>
                    <a:pt x="209639" y="118728"/>
                    <a:pt x="221918" y="122579"/>
                    <a:pt x="224228" y="114621"/>
                  </a:cubicBezTo>
                  <a:cubicBezTo>
                    <a:pt x="235697" y="75111"/>
                    <a:pt x="206421" y="40892"/>
                    <a:pt x="174139" y="22622"/>
                  </a:cubicBezTo>
                  <a:cubicBezTo>
                    <a:pt x="140892" y="3804"/>
                    <a:pt x="101952" y="-3175"/>
                    <a:pt x="64143" y="1316"/>
                  </a:cubicBezTo>
                  <a:cubicBezTo>
                    <a:pt x="42897" y="3840"/>
                    <a:pt x="22226" y="10355"/>
                    <a:pt x="3307" y="20329"/>
                  </a:cubicBezTo>
                  <a:cubicBezTo>
                    <a:pt x="-4012" y="24191"/>
                    <a:pt x="2072" y="35526"/>
                    <a:pt x="9413" y="3165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8" name="任意多边形: 形状 1327"/>
            <p:cNvSpPr/>
            <p:nvPr/>
          </p:nvSpPr>
          <p:spPr>
            <a:xfrm>
              <a:off x="4973736" y="2547109"/>
              <a:ext cx="151619" cy="31891"/>
            </a:xfrm>
            <a:custGeom>
              <a:avLst/>
              <a:gdLst>
                <a:gd name="connsiteX0" fmla="*/ 7828 w 151619"/>
                <a:gd name="connsiteY0" fmla="*/ 14801 h 31891"/>
                <a:gd name="connsiteX1" fmla="*/ 143553 w 151619"/>
                <a:gd name="connsiteY1" fmla="*/ 31441 h 31891"/>
                <a:gd name="connsiteX2" fmla="*/ 147399 w 151619"/>
                <a:gd name="connsiteY2" fmla="*/ 19162 h 31891"/>
                <a:gd name="connsiteX3" fmla="*/ 4841 w 151619"/>
                <a:gd name="connsiteY3" fmla="*/ 2286 h 31891"/>
                <a:gd name="connsiteX4" fmla="*/ 7828 w 151619"/>
                <a:gd name="connsiteY4" fmla="*/ 14801 h 31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19" h="31891">
                  <a:moveTo>
                    <a:pt x="7828" y="14801"/>
                  </a:moveTo>
                  <a:cubicBezTo>
                    <a:pt x="53692" y="9155"/>
                    <a:pt x="100381" y="15083"/>
                    <a:pt x="143553" y="31441"/>
                  </a:cubicBezTo>
                  <a:cubicBezTo>
                    <a:pt x="151311" y="34382"/>
                    <a:pt x="155113" y="22084"/>
                    <a:pt x="147399" y="19162"/>
                  </a:cubicBezTo>
                  <a:cubicBezTo>
                    <a:pt x="101966" y="1949"/>
                    <a:pt x="53017" y="-3642"/>
                    <a:pt x="4841" y="2286"/>
                  </a:cubicBezTo>
                  <a:cubicBezTo>
                    <a:pt x="-3356" y="3293"/>
                    <a:pt x="-325" y="15805"/>
                    <a:pt x="7828" y="1480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9" name="任意多边形: 形状 1328"/>
            <p:cNvSpPr/>
            <p:nvPr/>
          </p:nvSpPr>
          <p:spPr>
            <a:xfrm>
              <a:off x="4795739" y="2475705"/>
              <a:ext cx="152502" cy="217259"/>
            </a:xfrm>
            <a:custGeom>
              <a:avLst/>
              <a:gdLst>
                <a:gd name="connsiteX0" fmla="*/ 0 w 152502"/>
                <a:gd name="connsiteY0" fmla="*/ 210417 h 217259"/>
                <a:gd name="connsiteX1" fmla="*/ 12805 w 152502"/>
                <a:gd name="connsiteY1" fmla="*/ 211651 h 217259"/>
                <a:gd name="connsiteX2" fmla="*/ 53265 w 152502"/>
                <a:gd name="connsiteY2" fmla="*/ 120945 h 217259"/>
                <a:gd name="connsiteX3" fmla="*/ 134447 w 152502"/>
                <a:gd name="connsiteY3" fmla="*/ 57195 h 217259"/>
                <a:gd name="connsiteX4" fmla="*/ 152380 w 152502"/>
                <a:gd name="connsiteY4" fmla="*/ 5171 h 217259"/>
                <a:gd name="connsiteX5" fmla="*/ 139703 w 152502"/>
                <a:gd name="connsiteY5" fmla="*/ 7384 h 217259"/>
                <a:gd name="connsiteX6" fmla="*/ 81967 w 152502"/>
                <a:gd name="connsiteY6" fmla="*/ 84485 h 217259"/>
                <a:gd name="connsiteX7" fmla="*/ 40081 w 152502"/>
                <a:gd name="connsiteY7" fmla="*/ 115680 h 217259"/>
                <a:gd name="connsiteX8" fmla="*/ 12207 w 152502"/>
                <a:gd name="connsiteY8" fmla="*/ 155449 h 217259"/>
                <a:gd name="connsiteX9" fmla="*/ 0 w 152502"/>
                <a:gd name="connsiteY9" fmla="*/ 210417 h 21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502" h="217259">
                  <a:moveTo>
                    <a:pt x="0" y="210417"/>
                  </a:moveTo>
                  <a:cubicBezTo>
                    <a:pt x="-49" y="218630"/>
                    <a:pt x="12756" y="219941"/>
                    <a:pt x="12805" y="211651"/>
                  </a:cubicBezTo>
                  <a:cubicBezTo>
                    <a:pt x="13014" y="177290"/>
                    <a:pt x="27457" y="143839"/>
                    <a:pt x="53265" y="120945"/>
                  </a:cubicBezTo>
                  <a:cubicBezTo>
                    <a:pt x="79142" y="97992"/>
                    <a:pt x="112524" y="84732"/>
                    <a:pt x="134447" y="57195"/>
                  </a:cubicBezTo>
                  <a:cubicBezTo>
                    <a:pt x="146361" y="42231"/>
                    <a:pt x="153545" y="24450"/>
                    <a:pt x="152380" y="5171"/>
                  </a:cubicBezTo>
                  <a:cubicBezTo>
                    <a:pt x="151883" y="-3070"/>
                    <a:pt x="139209" y="-815"/>
                    <a:pt x="139703" y="7384"/>
                  </a:cubicBezTo>
                  <a:cubicBezTo>
                    <a:pt x="141851" y="42966"/>
                    <a:pt x="108233" y="67235"/>
                    <a:pt x="81967" y="84485"/>
                  </a:cubicBezTo>
                  <a:cubicBezTo>
                    <a:pt x="67425" y="94037"/>
                    <a:pt x="52527" y="103396"/>
                    <a:pt x="40081" y="115680"/>
                  </a:cubicBezTo>
                  <a:cubicBezTo>
                    <a:pt x="28444" y="127163"/>
                    <a:pt x="19060" y="140608"/>
                    <a:pt x="12207" y="155449"/>
                  </a:cubicBezTo>
                  <a:cubicBezTo>
                    <a:pt x="4285" y="172618"/>
                    <a:pt x="115" y="191516"/>
                    <a:pt x="0" y="21041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0" name="任意多边形: 形状 1329"/>
            <p:cNvSpPr/>
            <p:nvPr/>
          </p:nvSpPr>
          <p:spPr>
            <a:xfrm>
              <a:off x="4780290" y="2472607"/>
              <a:ext cx="161954" cy="219215"/>
            </a:xfrm>
            <a:custGeom>
              <a:avLst/>
              <a:gdLst>
                <a:gd name="connsiteX0" fmla="*/ 268 w 161954"/>
                <a:gd name="connsiteY0" fmla="*/ 147017 h 219215"/>
                <a:gd name="connsiteX1" fmla="*/ 11449 w 161954"/>
                <a:gd name="connsiteY1" fmla="*/ 215492 h 219215"/>
                <a:gd name="connsiteX2" fmla="*/ 23130 w 161954"/>
                <a:gd name="connsiteY2" fmla="*/ 210096 h 219215"/>
                <a:gd name="connsiteX3" fmla="*/ 24405 w 161954"/>
                <a:gd name="connsiteY3" fmla="*/ 99200 h 219215"/>
                <a:gd name="connsiteX4" fmla="*/ 97569 w 161954"/>
                <a:gd name="connsiteY4" fmla="*/ 25531 h 219215"/>
                <a:gd name="connsiteX5" fmla="*/ 155119 w 161954"/>
                <a:gd name="connsiteY5" fmla="*/ 12805 h 219215"/>
                <a:gd name="connsiteX6" fmla="*/ 156353 w 161954"/>
                <a:gd name="connsiteY6" fmla="*/ 0 h 219215"/>
                <a:gd name="connsiteX7" fmla="*/ 51390 w 161954"/>
                <a:gd name="connsiteY7" fmla="*/ 40215 h 219215"/>
                <a:gd name="connsiteX8" fmla="*/ 268 w 161954"/>
                <a:gd name="connsiteY8" fmla="*/ 147017 h 21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4" h="219215">
                  <a:moveTo>
                    <a:pt x="268" y="147017"/>
                  </a:moveTo>
                  <a:cubicBezTo>
                    <a:pt x="-1087" y="170410"/>
                    <a:pt x="2704" y="193761"/>
                    <a:pt x="11449" y="215492"/>
                  </a:cubicBezTo>
                  <a:cubicBezTo>
                    <a:pt x="14541" y="223176"/>
                    <a:pt x="26219" y="217772"/>
                    <a:pt x="23130" y="210096"/>
                  </a:cubicBezTo>
                  <a:cubicBezTo>
                    <a:pt x="8898" y="174734"/>
                    <a:pt x="9611" y="134274"/>
                    <a:pt x="24405" y="99200"/>
                  </a:cubicBezTo>
                  <a:cubicBezTo>
                    <a:pt x="38302" y="66254"/>
                    <a:pt x="65082" y="40133"/>
                    <a:pt x="97569" y="25531"/>
                  </a:cubicBezTo>
                  <a:cubicBezTo>
                    <a:pt x="115622" y="17417"/>
                    <a:pt x="135308" y="12920"/>
                    <a:pt x="155119" y="12805"/>
                  </a:cubicBezTo>
                  <a:cubicBezTo>
                    <a:pt x="163318" y="12756"/>
                    <a:pt x="164638" y="-47"/>
                    <a:pt x="156353" y="0"/>
                  </a:cubicBezTo>
                  <a:cubicBezTo>
                    <a:pt x="117855" y="225"/>
                    <a:pt x="80189" y="14583"/>
                    <a:pt x="51390" y="40215"/>
                  </a:cubicBezTo>
                  <a:cubicBezTo>
                    <a:pt x="20842" y="67409"/>
                    <a:pt x="2630" y="106242"/>
                    <a:pt x="268" y="14701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1" name="任意多边形: 形状 1330"/>
            <p:cNvSpPr/>
            <p:nvPr/>
          </p:nvSpPr>
          <p:spPr>
            <a:xfrm>
              <a:off x="4824905" y="2478779"/>
              <a:ext cx="121251" cy="94484"/>
            </a:xfrm>
            <a:custGeom>
              <a:avLst/>
              <a:gdLst>
                <a:gd name="connsiteX0" fmla="*/ 11853 w 121251"/>
                <a:gd name="connsiteY0" fmla="*/ 92035 h 94484"/>
                <a:gd name="connsiteX1" fmla="*/ 117570 w 121251"/>
                <a:gd name="connsiteY1" fmla="*/ 12249 h 94484"/>
                <a:gd name="connsiteX2" fmla="*/ 112175 w 121251"/>
                <a:gd name="connsiteY2" fmla="*/ 568 h 94484"/>
                <a:gd name="connsiteX3" fmla="*/ 1421 w 121251"/>
                <a:gd name="connsiteY3" fmla="*/ 84505 h 94484"/>
                <a:gd name="connsiteX4" fmla="*/ 11853 w 121251"/>
                <a:gd name="connsiteY4" fmla="*/ 92035 h 94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51" h="94484">
                  <a:moveTo>
                    <a:pt x="11853" y="92035"/>
                  </a:moveTo>
                  <a:cubicBezTo>
                    <a:pt x="40004" y="57210"/>
                    <a:pt x="76414" y="29849"/>
                    <a:pt x="117570" y="12249"/>
                  </a:cubicBezTo>
                  <a:cubicBezTo>
                    <a:pt x="125186" y="8993"/>
                    <a:pt x="119798" y="-2691"/>
                    <a:pt x="112175" y="568"/>
                  </a:cubicBezTo>
                  <a:cubicBezTo>
                    <a:pt x="68991" y="19035"/>
                    <a:pt x="30935" y="47993"/>
                    <a:pt x="1421" y="84505"/>
                  </a:cubicBezTo>
                  <a:cubicBezTo>
                    <a:pt x="-3800" y="90962"/>
                    <a:pt x="6666" y="98451"/>
                    <a:pt x="11853" y="9203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2" name="任意多边形: 形状 1331"/>
            <p:cNvSpPr/>
            <p:nvPr/>
          </p:nvSpPr>
          <p:spPr>
            <a:xfrm>
              <a:off x="4943113" y="2472690"/>
              <a:ext cx="245318" cy="41865"/>
            </a:xfrm>
            <a:custGeom>
              <a:avLst/>
              <a:gdLst>
                <a:gd name="connsiteX0" fmla="*/ 1494 w 245318"/>
                <a:gd name="connsiteY0" fmla="*/ 14177 h 41865"/>
                <a:gd name="connsiteX1" fmla="*/ 85565 w 245318"/>
                <a:gd name="connsiteY1" fmla="*/ 25372 h 41865"/>
                <a:gd name="connsiteX2" fmla="*/ 135234 w 245318"/>
                <a:gd name="connsiteY2" fmla="*/ 13343 h 41865"/>
                <a:gd name="connsiteX3" fmla="*/ 184430 w 245318"/>
                <a:gd name="connsiteY3" fmla="*/ 17288 h 41865"/>
                <a:gd name="connsiteX4" fmla="*/ 235141 w 245318"/>
                <a:gd name="connsiteY4" fmla="*/ 40632 h 41865"/>
                <a:gd name="connsiteX5" fmla="*/ 242671 w 245318"/>
                <a:gd name="connsiteY5" fmla="*/ 30200 h 41865"/>
                <a:gd name="connsiteX6" fmla="*/ 153037 w 245318"/>
                <a:gd name="connsiteY6" fmla="*/ 74 h 41865"/>
                <a:gd name="connsiteX7" fmla="*/ 104332 w 245318"/>
                <a:gd name="connsiteY7" fmla="*/ 6030 h 41865"/>
                <a:gd name="connsiteX8" fmla="*/ 55064 w 245318"/>
                <a:gd name="connsiteY8" fmla="*/ 19699 h 41865"/>
                <a:gd name="connsiteX9" fmla="*/ 11422 w 245318"/>
                <a:gd name="connsiteY9" fmla="*/ 5997 h 41865"/>
                <a:gd name="connsiteX10" fmla="*/ 1494 w 245318"/>
                <a:gd name="connsiteY10" fmla="*/ 14177 h 4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5318" h="41865">
                  <a:moveTo>
                    <a:pt x="1494" y="14177"/>
                  </a:moveTo>
                  <a:cubicBezTo>
                    <a:pt x="22483" y="39725"/>
                    <a:pt x="57878" y="34205"/>
                    <a:pt x="85565" y="25372"/>
                  </a:cubicBezTo>
                  <a:cubicBezTo>
                    <a:pt x="101956" y="20144"/>
                    <a:pt x="117987" y="14866"/>
                    <a:pt x="135234" y="13343"/>
                  </a:cubicBezTo>
                  <a:cubicBezTo>
                    <a:pt x="151616" y="11898"/>
                    <a:pt x="168478" y="13280"/>
                    <a:pt x="184430" y="17288"/>
                  </a:cubicBezTo>
                  <a:cubicBezTo>
                    <a:pt x="202659" y="21869"/>
                    <a:pt x="219823" y="29753"/>
                    <a:pt x="235141" y="40632"/>
                  </a:cubicBezTo>
                  <a:cubicBezTo>
                    <a:pt x="241903" y="45433"/>
                    <a:pt x="249428" y="34995"/>
                    <a:pt x="242671" y="30200"/>
                  </a:cubicBezTo>
                  <a:cubicBezTo>
                    <a:pt x="216561" y="11659"/>
                    <a:pt x="185069" y="1029"/>
                    <a:pt x="153037" y="74"/>
                  </a:cubicBezTo>
                  <a:cubicBezTo>
                    <a:pt x="136589" y="-417"/>
                    <a:pt x="120160" y="1520"/>
                    <a:pt x="104332" y="6030"/>
                  </a:cubicBezTo>
                  <a:cubicBezTo>
                    <a:pt x="87963" y="10693"/>
                    <a:pt x="72052" y="17518"/>
                    <a:pt x="55064" y="19699"/>
                  </a:cubicBezTo>
                  <a:cubicBezTo>
                    <a:pt x="39482" y="21699"/>
                    <a:pt x="21854" y="18692"/>
                    <a:pt x="11422" y="5997"/>
                  </a:cubicBezTo>
                  <a:cubicBezTo>
                    <a:pt x="6158" y="-409"/>
                    <a:pt x="-3770" y="7769"/>
                    <a:pt x="1494" y="1417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3" name="任意多边形: 形状 1332"/>
            <p:cNvSpPr/>
            <p:nvPr/>
          </p:nvSpPr>
          <p:spPr>
            <a:xfrm>
              <a:off x="4935479" y="2395729"/>
              <a:ext cx="256280" cy="117264"/>
            </a:xfrm>
            <a:custGeom>
              <a:avLst/>
              <a:gdLst>
                <a:gd name="connsiteX0" fmla="*/ 11680 w 256280"/>
                <a:gd name="connsiteY0" fmla="*/ 79251 h 117264"/>
                <a:gd name="connsiteX1" fmla="*/ 110487 w 256280"/>
                <a:gd name="connsiteY1" fmla="*/ 15993 h 117264"/>
                <a:gd name="connsiteX2" fmla="*/ 226036 w 256280"/>
                <a:gd name="connsiteY2" fmla="*/ 45447 h 117264"/>
                <a:gd name="connsiteX3" fmla="*/ 240169 w 256280"/>
                <a:gd name="connsiteY3" fmla="*/ 108647 h 117264"/>
                <a:gd name="connsiteX4" fmla="*/ 252190 w 256280"/>
                <a:gd name="connsiteY4" fmla="*/ 113242 h 117264"/>
                <a:gd name="connsiteX5" fmla="*/ 244248 w 256280"/>
                <a:gd name="connsiteY5" fmla="*/ 48588 h 117264"/>
                <a:gd name="connsiteX6" fmla="*/ 189338 w 256280"/>
                <a:gd name="connsiteY6" fmla="*/ 7563 h 117264"/>
                <a:gd name="connsiteX7" fmla="*/ 57280 w 256280"/>
                <a:gd name="connsiteY7" fmla="*/ 22072 h 117264"/>
                <a:gd name="connsiteX8" fmla="*/ 1247 w 256280"/>
                <a:gd name="connsiteY8" fmla="*/ 71724 h 117264"/>
                <a:gd name="connsiteX9" fmla="*/ 11680 w 256280"/>
                <a:gd name="connsiteY9" fmla="*/ 79251 h 11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280" h="117264">
                  <a:moveTo>
                    <a:pt x="11680" y="79251"/>
                  </a:moveTo>
                  <a:cubicBezTo>
                    <a:pt x="35126" y="46547"/>
                    <a:pt x="71097" y="23921"/>
                    <a:pt x="110487" y="15993"/>
                  </a:cubicBezTo>
                  <a:cubicBezTo>
                    <a:pt x="149512" y="8136"/>
                    <a:pt x="198305" y="13974"/>
                    <a:pt x="226036" y="45447"/>
                  </a:cubicBezTo>
                  <a:cubicBezTo>
                    <a:pt x="241011" y="62444"/>
                    <a:pt x="248113" y="86888"/>
                    <a:pt x="240169" y="108647"/>
                  </a:cubicBezTo>
                  <a:cubicBezTo>
                    <a:pt x="237327" y="116430"/>
                    <a:pt x="249348" y="121025"/>
                    <a:pt x="252190" y="113242"/>
                  </a:cubicBezTo>
                  <a:cubicBezTo>
                    <a:pt x="260041" y="91738"/>
                    <a:pt x="256156" y="67842"/>
                    <a:pt x="244248" y="48588"/>
                  </a:cubicBezTo>
                  <a:cubicBezTo>
                    <a:pt x="231849" y="28535"/>
                    <a:pt x="211464" y="14904"/>
                    <a:pt x="189338" y="7563"/>
                  </a:cubicBezTo>
                  <a:cubicBezTo>
                    <a:pt x="145981" y="-6819"/>
                    <a:pt x="96848" y="19"/>
                    <a:pt x="57280" y="22072"/>
                  </a:cubicBezTo>
                  <a:cubicBezTo>
                    <a:pt x="35222" y="34364"/>
                    <a:pt x="15973" y="51183"/>
                    <a:pt x="1247" y="71724"/>
                  </a:cubicBezTo>
                  <a:cubicBezTo>
                    <a:pt x="-3586" y="78464"/>
                    <a:pt x="6854" y="85983"/>
                    <a:pt x="11680" y="792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4" name="任意多边形: 形状 1333"/>
            <p:cNvSpPr/>
            <p:nvPr/>
          </p:nvSpPr>
          <p:spPr>
            <a:xfrm>
              <a:off x="4937924" y="2433634"/>
              <a:ext cx="155405" cy="51387"/>
            </a:xfrm>
            <a:custGeom>
              <a:avLst/>
              <a:gdLst>
                <a:gd name="connsiteX0" fmla="*/ 10790 w 155405"/>
                <a:gd name="connsiteY0" fmla="*/ 50229 h 51387"/>
                <a:gd name="connsiteX1" fmla="*/ 148553 w 155405"/>
                <a:gd name="connsiteY1" fmla="*/ 13185 h 51387"/>
                <a:gd name="connsiteX2" fmla="*/ 149788 w 155405"/>
                <a:gd name="connsiteY2" fmla="*/ 380 h 51387"/>
                <a:gd name="connsiteX3" fmla="*/ 2610 w 155405"/>
                <a:gd name="connsiteY3" fmla="*/ 40301 h 51387"/>
                <a:gd name="connsiteX4" fmla="*/ 10790 w 155405"/>
                <a:gd name="connsiteY4" fmla="*/ 50229 h 51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05" h="51387">
                  <a:moveTo>
                    <a:pt x="10790" y="50229"/>
                  </a:moveTo>
                  <a:cubicBezTo>
                    <a:pt x="51277" y="23477"/>
                    <a:pt x="100141" y="10458"/>
                    <a:pt x="148553" y="13185"/>
                  </a:cubicBezTo>
                  <a:cubicBezTo>
                    <a:pt x="156797" y="13649"/>
                    <a:pt x="158075" y="846"/>
                    <a:pt x="149788" y="380"/>
                  </a:cubicBezTo>
                  <a:cubicBezTo>
                    <a:pt x="97727" y="-2553"/>
                    <a:pt x="46078" y="11577"/>
                    <a:pt x="2610" y="40301"/>
                  </a:cubicBezTo>
                  <a:cubicBezTo>
                    <a:pt x="-4300" y="44866"/>
                    <a:pt x="3940" y="54755"/>
                    <a:pt x="10790" y="5022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5" name="任意多边形: 形状 1334"/>
            <p:cNvSpPr/>
            <p:nvPr/>
          </p:nvSpPr>
          <p:spPr>
            <a:xfrm>
              <a:off x="4710844" y="2392885"/>
              <a:ext cx="200869" cy="160146"/>
            </a:xfrm>
            <a:custGeom>
              <a:avLst/>
              <a:gdLst>
                <a:gd name="connsiteX0" fmla="*/ 11751 w 200869"/>
                <a:gd name="connsiteY0" fmla="*/ 157070 h 160146"/>
                <a:gd name="connsiteX1" fmla="*/ 84188 w 200869"/>
                <a:gd name="connsiteY1" fmla="*/ 96697 h 160146"/>
                <a:gd name="connsiteX2" fmla="*/ 166525 w 200869"/>
                <a:gd name="connsiteY2" fmla="*/ 50326 h 160146"/>
                <a:gd name="connsiteX3" fmla="*/ 200124 w 200869"/>
                <a:gd name="connsiteY3" fmla="*/ 10045 h 160146"/>
                <a:gd name="connsiteX4" fmla="*/ 189247 w 200869"/>
                <a:gd name="connsiteY4" fmla="*/ 3173 h 160146"/>
                <a:gd name="connsiteX5" fmla="*/ 119940 w 200869"/>
                <a:gd name="connsiteY5" fmla="*/ 64679 h 160146"/>
                <a:gd name="connsiteX6" fmla="*/ 36489 w 200869"/>
                <a:gd name="connsiteY6" fmla="*/ 110556 h 160146"/>
                <a:gd name="connsiteX7" fmla="*/ 874 w 200869"/>
                <a:gd name="connsiteY7" fmla="*/ 150198 h 160146"/>
                <a:gd name="connsiteX8" fmla="*/ 11751 w 200869"/>
                <a:gd name="connsiteY8" fmla="*/ 157070 h 160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869" h="160146">
                  <a:moveTo>
                    <a:pt x="11751" y="157070"/>
                  </a:moveTo>
                  <a:cubicBezTo>
                    <a:pt x="27607" y="128521"/>
                    <a:pt x="55864" y="111110"/>
                    <a:pt x="84188" y="96697"/>
                  </a:cubicBezTo>
                  <a:cubicBezTo>
                    <a:pt x="112314" y="82386"/>
                    <a:pt x="141650" y="70168"/>
                    <a:pt x="166525" y="50326"/>
                  </a:cubicBezTo>
                  <a:cubicBezTo>
                    <a:pt x="180321" y="39323"/>
                    <a:pt x="192221" y="25898"/>
                    <a:pt x="200124" y="10045"/>
                  </a:cubicBezTo>
                  <a:cubicBezTo>
                    <a:pt x="203791" y="2691"/>
                    <a:pt x="192939" y="-4236"/>
                    <a:pt x="189247" y="3173"/>
                  </a:cubicBezTo>
                  <a:cubicBezTo>
                    <a:pt x="174870" y="32010"/>
                    <a:pt x="147696" y="50121"/>
                    <a:pt x="119940" y="64679"/>
                  </a:cubicBezTo>
                  <a:cubicBezTo>
                    <a:pt x="91773" y="79451"/>
                    <a:pt x="62111" y="91348"/>
                    <a:pt x="36489" y="110556"/>
                  </a:cubicBezTo>
                  <a:cubicBezTo>
                    <a:pt x="22145" y="121309"/>
                    <a:pt x="9611" y="134463"/>
                    <a:pt x="874" y="150198"/>
                  </a:cubicBezTo>
                  <a:cubicBezTo>
                    <a:pt x="-3136" y="157421"/>
                    <a:pt x="7727" y="164317"/>
                    <a:pt x="11751" y="15707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6" name="任意多边形: 形状 1335"/>
            <p:cNvSpPr/>
            <p:nvPr/>
          </p:nvSpPr>
          <p:spPr>
            <a:xfrm>
              <a:off x="4704255" y="2373347"/>
              <a:ext cx="206967" cy="178874"/>
            </a:xfrm>
            <a:custGeom>
              <a:avLst/>
              <a:gdLst>
                <a:gd name="connsiteX0" fmla="*/ 1 w 206967"/>
                <a:gd name="connsiteY0" fmla="*/ 172436 h 178874"/>
                <a:gd name="connsiteX1" fmla="*/ 12858 w 206967"/>
                <a:gd name="connsiteY1" fmla="*/ 172880 h 178874"/>
                <a:gd name="connsiteX2" fmla="*/ 50632 w 206967"/>
                <a:gd name="connsiteY2" fmla="*/ 70071 h 178874"/>
                <a:gd name="connsiteX3" fmla="*/ 137910 w 206967"/>
                <a:gd name="connsiteY3" fmla="*/ 16504 h 178874"/>
                <a:gd name="connsiteX4" fmla="*/ 197171 w 206967"/>
                <a:gd name="connsiteY4" fmla="*/ 21809 h 178874"/>
                <a:gd name="connsiteX5" fmla="*/ 204046 w 206967"/>
                <a:gd name="connsiteY5" fmla="*/ 10933 h 178874"/>
                <a:gd name="connsiteX6" fmla="*/ 92738 w 206967"/>
                <a:gd name="connsiteY6" fmla="*/ 19906 h 178874"/>
                <a:gd name="connsiteX7" fmla="*/ 14622 w 206967"/>
                <a:gd name="connsiteY7" fmla="*/ 104391 h 178874"/>
                <a:gd name="connsiteX8" fmla="*/ 1 w 206967"/>
                <a:gd name="connsiteY8" fmla="*/ 172436 h 178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967" h="178874">
                  <a:moveTo>
                    <a:pt x="1" y="172436"/>
                  </a:moveTo>
                  <a:cubicBezTo>
                    <a:pt x="-117" y="180704"/>
                    <a:pt x="12737" y="181176"/>
                    <a:pt x="12858" y="172880"/>
                  </a:cubicBezTo>
                  <a:cubicBezTo>
                    <a:pt x="13390" y="135567"/>
                    <a:pt x="26566" y="98726"/>
                    <a:pt x="50632" y="70071"/>
                  </a:cubicBezTo>
                  <a:cubicBezTo>
                    <a:pt x="72978" y="43462"/>
                    <a:pt x="104108" y="24440"/>
                    <a:pt x="137910" y="16504"/>
                  </a:cubicBezTo>
                  <a:cubicBezTo>
                    <a:pt x="157521" y="11901"/>
                    <a:pt x="179494" y="10582"/>
                    <a:pt x="197171" y="21809"/>
                  </a:cubicBezTo>
                  <a:cubicBezTo>
                    <a:pt x="204174" y="26259"/>
                    <a:pt x="211035" y="15374"/>
                    <a:pt x="204046" y="10933"/>
                  </a:cubicBezTo>
                  <a:cubicBezTo>
                    <a:pt x="170856" y="-10149"/>
                    <a:pt x="124849" y="2818"/>
                    <a:pt x="92738" y="19906"/>
                  </a:cubicBezTo>
                  <a:cubicBezTo>
                    <a:pt x="57910" y="38439"/>
                    <a:pt x="30456" y="68304"/>
                    <a:pt x="14622" y="104391"/>
                  </a:cubicBezTo>
                  <a:cubicBezTo>
                    <a:pt x="5229" y="125793"/>
                    <a:pt x="336" y="149083"/>
                    <a:pt x="1" y="1724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7" name="任意多边形: 形状 1336"/>
            <p:cNvSpPr/>
            <p:nvPr/>
          </p:nvSpPr>
          <p:spPr>
            <a:xfrm>
              <a:off x="4763896" y="2390956"/>
              <a:ext cx="147922" cy="76300"/>
            </a:xfrm>
            <a:custGeom>
              <a:avLst/>
              <a:gdLst>
                <a:gd name="connsiteX0" fmla="*/ 10995 w 147922"/>
                <a:gd name="connsiteY0" fmla="*/ 74747 h 76300"/>
                <a:gd name="connsiteX1" fmla="*/ 143118 w 147922"/>
                <a:gd name="connsiteY1" fmla="*/ 12649 h 76300"/>
                <a:gd name="connsiteX2" fmla="*/ 140128 w 147922"/>
                <a:gd name="connsiteY2" fmla="*/ 134 h 76300"/>
                <a:gd name="connsiteX3" fmla="*/ 2219 w 147922"/>
                <a:gd name="connsiteY3" fmla="*/ 65343 h 76300"/>
                <a:gd name="connsiteX4" fmla="*/ 10995 w 147922"/>
                <a:gd name="connsiteY4" fmla="*/ 74747 h 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922" h="76300">
                  <a:moveTo>
                    <a:pt x="10995" y="74747"/>
                  </a:moveTo>
                  <a:cubicBezTo>
                    <a:pt x="49029" y="43244"/>
                    <a:pt x="94635" y="21940"/>
                    <a:pt x="143118" y="12649"/>
                  </a:cubicBezTo>
                  <a:cubicBezTo>
                    <a:pt x="151246" y="11091"/>
                    <a:pt x="148262" y="-1427"/>
                    <a:pt x="140128" y="134"/>
                  </a:cubicBezTo>
                  <a:cubicBezTo>
                    <a:pt x="89464" y="9845"/>
                    <a:pt x="41930" y="32452"/>
                    <a:pt x="2219" y="65343"/>
                  </a:cubicBezTo>
                  <a:cubicBezTo>
                    <a:pt x="-4170" y="70632"/>
                    <a:pt x="4636" y="80014"/>
                    <a:pt x="10995" y="7474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8" name="任意多边形: 形状 1337"/>
            <p:cNvSpPr/>
            <p:nvPr/>
          </p:nvSpPr>
          <p:spPr>
            <a:xfrm>
              <a:off x="4912652" y="2366541"/>
              <a:ext cx="237669" cy="44975"/>
            </a:xfrm>
            <a:custGeom>
              <a:avLst/>
              <a:gdLst>
                <a:gd name="connsiteX0" fmla="*/ 3484 w 237669"/>
                <a:gd name="connsiteY0" fmla="*/ 40466 h 44975"/>
                <a:gd name="connsiteX1" fmla="*/ 59665 w 237669"/>
                <a:gd name="connsiteY1" fmla="*/ 34436 h 44975"/>
                <a:gd name="connsiteX2" fmla="*/ 113892 w 237669"/>
                <a:gd name="connsiteY2" fmla="*/ 16816 h 44975"/>
                <a:gd name="connsiteX3" fmla="*/ 228407 w 237669"/>
                <a:gd name="connsiteY3" fmla="*/ 24410 h 44975"/>
                <a:gd name="connsiteX4" fmla="*/ 233874 w 237669"/>
                <a:gd name="connsiteY4" fmla="*/ 12762 h 44975"/>
                <a:gd name="connsiteX5" fmla="*/ 120339 w 237669"/>
                <a:gd name="connsiteY5" fmla="*/ 2703 h 44975"/>
                <a:gd name="connsiteX6" fmla="*/ 65988 w 237669"/>
                <a:gd name="connsiteY6" fmla="*/ 17631 h 44975"/>
                <a:gd name="connsiteX7" fmla="*/ 8948 w 237669"/>
                <a:gd name="connsiteY7" fmla="*/ 28815 h 44975"/>
                <a:gd name="connsiteX8" fmla="*/ 3484 w 237669"/>
                <a:gd name="connsiteY8" fmla="*/ 40466 h 4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669" h="44975">
                  <a:moveTo>
                    <a:pt x="3484" y="40466"/>
                  </a:moveTo>
                  <a:cubicBezTo>
                    <a:pt x="22149" y="50111"/>
                    <a:pt x="42034" y="42474"/>
                    <a:pt x="59665" y="34436"/>
                  </a:cubicBezTo>
                  <a:cubicBezTo>
                    <a:pt x="77054" y="26508"/>
                    <a:pt x="95077" y="20330"/>
                    <a:pt x="113892" y="16816"/>
                  </a:cubicBezTo>
                  <a:cubicBezTo>
                    <a:pt x="151940" y="9709"/>
                    <a:pt x="191670" y="12087"/>
                    <a:pt x="228407" y="24410"/>
                  </a:cubicBezTo>
                  <a:cubicBezTo>
                    <a:pt x="236179" y="27016"/>
                    <a:pt x="241712" y="15390"/>
                    <a:pt x="233874" y="12762"/>
                  </a:cubicBezTo>
                  <a:cubicBezTo>
                    <a:pt x="197406" y="530"/>
                    <a:pt x="158412" y="-3102"/>
                    <a:pt x="120339" y="2703"/>
                  </a:cubicBezTo>
                  <a:cubicBezTo>
                    <a:pt x="101743" y="5539"/>
                    <a:pt x="83396" y="10491"/>
                    <a:pt x="65988" y="17631"/>
                  </a:cubicBezTo>
                  <a:cubicBezTo>
                    <a:pt x="48538" y="24788"/>
                    <a:pt x="27994" y="38658"/>
                    <a:pt x="8948" y="28815"/>
                  </a:cubicBezTo>
                  <a:cubicBezTo>
                    <a:pt x="1577" y="25008"/>
                    <a:pt x="-3857" y="36674"/>
                    <a:pt x="3484" y="4046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9" name="任意多边形: 形状 1338"/>
            <p:cNvSpPr/>
            <p:nvPr/>
          </p:nvSpPr>
          <p:spPr>
            <a:xfrm>
              <a:off x="4892172" y="2290633"/>
              <a:ext cx="260589" cy="99786"/>
            </a:xfrm>
            <a:custGeom>
              <a:avLst/>
              <a:gdLst>
                <a:gd name="connsiteX0" fmla="*/ 12173 w 260589"/>
                <a:gd name="connsiteY0" fmla="*/ 96093 h 99786"/>
                <a:gd name="connsiteX1" fmla="*/ 102960 w 260589"/>
                <a:gd name="connsiteY1" fmla="*/ 16735 h 99786"/>
                <a:gd name="connsiteX2" fmla="*/ 215574 w 260589"/>
                <a:gd name="connsiteY2" fmla="*/ 42472 h 99786"/>
                <a:gd name="connsiteX3" fmla="*/ 247606 w 260589"/>
                <a:gd name="connsiteY3" fmla="*/ 94209 h 99786"/>
                <a:gd name="connsiteX4" fmla="*/ 260411 w 260589"/>
                <a:gd name="connsiteY4" fmla="*/ 92933 h 99786"/>
                <a:gd name="connsiteX5" fmla="*/ 178502 w 260589"/>
                <a:gd name="connsiteY5" fmla="*/ 6832 h 99786"/>
                <a:gd name="connsiteX6" fmla="*/ 47018 w 260589"/>
                <a:gd name="connsiteY6" fmla="*/ 29669 h 99786"/>
                <a:gd name="connsiteX7" fmla="*/ 529 w 260589"/>
                <a:gd name="connsiteY7" fmla="*/ 90626 h 99786"/>
                <a:gd name="connsiteX8" fmla="*/ 12173 w 260589"/>
                <a:gd name="connsiteY8" fmla="*/ 96093 h 9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589" h="99786">
                  <a:moveTo>
                    <a:pt x="12173" y="96093"/>
                  </a:moveTo>
                  <a:cubicBezTo>
                    <a:pt x="28183" y="56901"/>
                    <a:pt x="61776" y="27083"/>
                    <a:pt x="102960" y="16735"/>
                  </a:cubicBezTo>
                  <a:cubicBezTo>
                    <a:pt x="142201" y="6876"/>
                    <a:pt x="184921" y="15715"/>
                    <a:pt x="215574" y="42472"/>
                  </a:cubicBezTo>
                  <a:cubicBezTo>
                    <a:pt x="231086" y="56012"/>
                    <a:pt x="243014" y="73983"/>
                    <a:pt x="247606" y="94209"/>
                  </a:cubicBezTo>
                  <a:cubicBezTo>
                    <a:pt x="249414" y="102167"/>
                    <a:pt x="262244" y="101012"/>
                    <a:pt x="260411" y="92933"/>
                  </a:cubicBezTo>
                  <a:cubicBezTo>
                    <a:pt x="251068" y="51780"/>
                    <a:pt x="218095" y="19843"/>
                    <a:pt x="178502" y="6832"/>
                  </a:cubicBezTo>
                  <a:cubicBezTo>
                    <a:pt x="134369" y="-7671"/>
                    <a:pt x="83776" y="1365"/>
                    <a:pt x="47018" y="29669"/>
                  </a:cubicBezTo>
                  <a:cubicBezTo>
                    <a:pt x="26474" y="45487"/>
                    <a:pt x="10333" y="66631"/>
                    <a:pt x="529" y="90626"/>
                  </a:cubicBezTo>
                  <a:cubicBezTo>
                    <a:pt x="-2599" y="98274"/>
                    <a:pt x="9041" y="103766"/>
                    <a:pt x="12173" y="96093"/>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40" name="任意多边形: 形状 1339"/>
            <p:cNvSpPr/>
            <p:nvPr/>
          </p:nvSpPr>
          <p:spPr>
            <a:xfrm>
              <a:off x="4909529" y="2329566"/>
              <a:ext cx="139408" cy="67411"/>
            </a:xfrm>
            <a:custGeom>
              <a:avLst/>
              <a:gdLst>
                <a:gd name="connsiteX0" fmla="*/ 11516 w 139408"/>
                <a:gd name="connsiteY0" fmla="*/ 65272 h 67411"/>
                <a:gd name="connsiteX1" fmla="*/ 133833 w 139408"/>
                <a:gd name="connsiteY1" fmla="*/ 12822 h 67411"/>
                <a:gd name="connsiteX2" fmla="*/ 132557 w 139408"/>
                <a:gd name="connsiteY2" fmla="*/ 16 h 67411"/>
                <a:gd name="connsiteX3" fmla="*/ 1666 w 139408"/>
                <a:gd name="connsiteY3" fmla="*/ 56993 h 67411"/>
                <a:gd name="connsiteX4" fmla="*/ 11516 w 139408"/>
                <a:gd name="connsiteY4" fmla="*/ 65272 h 67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408" h="67411">
                  <a:moveTo>
                    <a:pt x="11516" y="65272"/>
                  </a:moveTo>
                  <a:cubicBezTo>
                    <a:pt x="42668" y="31217"/>
                    <a:pt x="87769" y="12174"/>
                    <a:pt x="133833" y="12822"/>
                  </a:cubicBezTo>
                  <a:cubicBezTo>
                    <a:pt x="142087" y="12937"/>
                    <a:pt x="140771" y="134"/>
                    <a:pt x="132557" y="16"/>
                  </a:cubicBezTo>
                  <a:cubicBezTo>
                    <a:pt x="83213" y="-678"/>
                    <a:pt x="34916" y="20643"/>
                    <a:pt x="1666" y="56993"/>
                  </a:cubicBezTo>
                  <a:cubicBezTo>
                    <a:pt x="-3939" y="63121"/>
                    <a:pt x="5939" y="71367"/>
                    <a:pt x="11516" y="6527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341" name="图形 4"/>
          <p:cNvGrpSpPr/>
          <p:nvPr/>
        </p:nvGrpSpPr>
        <p:grpSpPr>
          <a:xfrm>
            <a:off x="7879467" y="5466595"/>
            <a:ext cx="1358245" cy="1719177"/>
            <a:chOff x="4968153" y="3807595"/>
            <a:chExt cx="456557" cy="577880"/>
          </a:xfrm>
          <a:solidFill>
            <a:srgbClr val="0B79D9"/>
          </a:solidFill>
        </p:grpSpPr>
        <p:sp>
          <p:nvSpPr>
            <p:cNvPr id="1342" name="任意多边形: 形状 1341"/>
            <p:cNvSpPr/>
            <p:nvPr/>
          </p:nvSpPr>
          <p:spPr>
            <a:xfrm>
              <a:off x="5186427" y="4035608"/>
              <a:ext cx="96077" cy="349867"/>
            </a:xfrm>
            <a:custGeom>
              <a:avLst/>
              <a:gdLst>
                <a:gd name="connsiteX0" fmla="*/ 1197 w 96077"/>
                <a:gd name="connsiteY0" fmla="*/ 9940 h 349867"/>
                <a:gd name="connsiteX1" fmla="*/ 83260 w 96077"/>
                <a:gd name="connsiteY1" fmla="*/ 265225 h 349867"/>
                <a:gd name="connsiteX2" fmla="*/ 77472 w 96077"/>
                <a:gd name="connsiteY2" fmla="*/ 342479 h 349867"/>
                <a:gd name="connsiteX3" fmla="*/ 90137 w 96077"/>
                <a:gd name="connsiteY3" fmla="*/ 344748 h 349867"/>
                <a:gd name="connsiteX4" fmla="*/ 51466 w 96077"/>
                <a:gd name="connsiteY4" fmla="*/ 71053 h 349867"/>
                <a:gd name="connsiteX5" fmla="*/ 11849 w 96077"/>
                <a:gd name="connsiteY5" fmla="*/ 2720 h 349867"/>
                <a:gd name="connsiteX6" fmla="*/ 1197 w 96077"/>
                <a:gd name="connsiteY6" fmla="*/ 9940 h 34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77" h="349867">
                  <a:moveTo>
                    <a:pt x="1197" y="9940"/>
                  </a:moveTo>
                  <a:cubicBezTo>
                    <a:pt x="53455" y="84388"/>
                    <a:pt x="82009" y="174329"/>
                    <a:pt x="83260" y="265225"/>
                  </a:cubicBezTo>
                  <a:cubicBezTo>
                    <a:pt x="83617" y="291104"/>
                    <a:pt x="81636" y="316937"/>
                    <a:pt x="77472" y="342479"/>
                  </a:cubicBezTo>
                  <a:cubicBezTo>
                    <a:pt x="76141" y="350640"/>
                    <a:pt x="88801" y="352950"/>
                    <a:pt x="90137" y="344748"/>
                  </a:cubicBezTo>
                  <a:cubicBezTo>
                    <a:pt x="105189" y="252376"/>
                    <a:pt x="91399" y="155683"/>
                    <a:pt x="51466" y="71053"/>
                  </a:cubicBezTo>
                  <a:cubicBezTo>
                    <a:pt x="40208" y="47192"/>
                    <a:pt x="27008" y="24317"/>
                    <a:pt x="11849" y="2720"/>
                  </a:cubicBezTo>
                  <a:cubicBezTo>
                    <a:pt x="7089" y="-4059"/>
                    <a:pt x="-3562" y="3156"/>
                    <a:pt x="1197" y="994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3" name="任意多边形: 形状 1342"/>
            <p:cNvSpPr/>
            <p:nvPr/>
          </p:nvSpPr>
          <p:spPr>
            <a:xfrm>
              <a:off x="5015762" y="3810467"/>
              <a:ext cx="182187" cy="232679"/>
            </a:xfrm>
            <a:custGeom>
              <a:avLst/>
              <a:gdLst>
                <a:gd name="connsiteX0" fmla="*/ 5021 w 182187"/>
                <a:gd name="connsiteY0" fmla="*/ 12859 h 232679"/>
                <a:gd name="connsiteX1" fmla="*/ 162299 w 182187"/>
                <a:gd name="connsiteY1" fmla="*/ 166144 h 232679"/>
                <a:gd name="connsiteX2" fmla="*/ 169297 w 182187"/>
                <a:gd name="connsiteY2" fmla="*/ 226980 h 232679"/>
                <a:gd name="connsiteX3" fmla="*/ 182122 w 182187"/>
                <a:gd name="connsiteY3" fmla="*/ 225962 h 232679"/>
                <a:gd name="connsiteX4" fmla="*/ 73420 w 182187"/>
                <a:gd name="connsiteY4" fmla="*/ 27237 h 232679"/>
                <a:gd name="connsiteX5" fmla="*/ 7292 w 182187"/>
                <a:gd name="connsiteY5" fmla="*/ 197 h 232679"/>
                <a:gd name="connsiteX6" fmla="*/ 5021 w 182187"/>
                <a:gd name="connsiteY6" fmla="*/ 12859 h 232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187" h="232679">
                  <a:moveTo>
                    <a:pt x="5021" y="12859"/>
                  </a:moveTo>
                  <a:cubicBezTo>
                    <a:pt x="81285" y="30984"/>
                    <a:pt x="142173" y="90487"/>
                    <a:pt x="162299" y="166144"/>
                  </a:cubicBezTo>
                  <a:cubicBezTo>
                    <a:pt x="167572" y="185966"/>
                    <a:pt x="169797" y="206486"/>
                    <a:pt x="169297" y="226980"/>
                  </a:cubicBezTo>
                  <a:cubicBezTo>
                    <a:pt x="169094" y="235259"/>
                    <a:pt x="181922" y="234173"/>
                    <a:pt x="182122" y="225962"/>
                  </a:cubicBezTo>
                  <a:cubicBezTo>
                    <a:pt x="184089" y="145471"/>
                    <a:pt x="142000" y="69150"/>
                    <a:pt x="73420" y="27237"/>
                  </a:cubicBezTo>
                  <a:cubicBezTo>
                    <a:pt x="52972" y="14739"/>
                    <a:pt x="30593" y="5736"/>
                    <a:pt x="7292" y="197"/>
                  </a:cubicBezTo>
                  <a:cubicBezTo>
                    <a:pt x="-765" y="-1720"/>
                    <a:pt x="-3025" y="10948"/>
                    <a:pt x="5021" y="1285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4" name="任意多边形: 形状 1343"/>
            <p:cNvSpPr/>
            <p:nvPr/>
          </p:nvSpPr>
          <p:spPr>
            <a:xfrm>
              <a:off x="5016016" y="3807595"/>
              <a:ext cx="176979" cy="237952"/>
            </a:xfrm>
            <a:custGeom>
              <a:avLst/>
              <a:gdLst>
                <a:gd name="connsiteX0" fmla="*/ 1390 w 176979"/>
                <a:gd name="connsiteY0" fmla="*/ 9721 h 237952"/>
                <a:gd name="connsiteX1" fmla="*/ 115307 w 176979"/>
                <a:gd name="connsiteY1" fmla="*/ 219194 h 237952"/>
                <a:gd name="connsiteX2" fmla="*/ 171268 w 176979"/>
                <a:gd name="connsiteY2" fmla="*/ 237952 h 237952"/>
                <a:gd name="connsiteX3" fmla="*/ 170250 w 176979"/>
                <a:gd name="connsiteY3" fmla="*/ 225128 h 237952"/>
                <a:gd name="connsiteX4" fmla="*/ 87968 w 176979"/>
                <a:gd name="connsiteY4" fmla="*/ 170640 h 237952"/>
                <a:gd name="connsiteX5" fmla="*/ 44025 w 176979"/>
                <a:gd name="connsiteY5" fmla="*/ 60423 h 237952"/>
                <a:gd name="connsiteX6" fmla="*/ 12042 w 176979"/>
                <a:gd name="connsiteY6" fmla="*/ 2504 h 237952"/>
                <a:gd name="connsiteX7" fmla="*/ 1390 w 176979"/>
                <a:gd name="connsiteY7" fmla="*/ 9721 h 23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979" h="237952">
                  <a:moveTo>
                    <a:pt x="1390" y="9721"/>
                  </a:moveTo>
                  <a:cubicBezTo>
                    <a:pt x="51837" y="72288"/>
                    <a:pt x="45448" y="170387"/>
                    <a:pt x="115307" y="219194"/>
                  </a:cubicBezTo>
                  <a:cubicBezTo>
                    <a:pt x="131939" y="230814"/>
                    <a:pt x="150867" y="237815"/>
                    <a:pt x="171268" y="237952"/>
                  </a:cubicBezTo>
                  <a:cubicBezTo>
                    <a:pt x="179558" y="238007"/>
                    <a:pt x="178483" y="225183"/>
                    <a:pt x="170250" y="225128"/>
                  </a:cubicBezTo>
                  <a:cubicBezTo>
                    <a:pt x="134882" y="224892"/>
                    <a:pt x="105629" y="199306"/>
                    <a:pt x="87968" y="170640"/>
                  </a:cubicBezTo>
                  <a:cubicBezTo>
                    <a:pt x="67073" y="136720"/>
                    <a:pt x="58460" y="97163"/>
                    <a:pt x="44025" y="60423"/>
                  </a:cubicBezTo>
                  <a:cubicBezTo>
                    <a:pt x="35930" y="39819"/>
                    <a:pt x="25994" y="19805"/>
                    <a:pt x="12042" y="2504"/>
                  </a:cubicBezTo>
                  <a:cubicBezTo>
                    <a:pt x="6876" y="-3907"/>
                    <a:pt x="-3808" y="3272"/>
                    <a:pt x="1390" y="9721"/>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5" name="任意多边形: 形状 1344"/>
            <p:cNvSpPr/>
            <p:nvPr/>
          </p:nvSpPr>
          <p:spPr>
            <a:xfrm>
              <a:off x="5106899" y="3907529"/>
              <a:ext cx="93181" cy="140338"/>
            </a:xfrm>
            <a:custGeom>
              <a:avLst/>
              <a:gdLst>
                <a:gd name="connsiteX0" fmla="*/ 394 w 93181"/>
                <a:gd name="connsiteY0" fmla="*/ 8402 h 140338"/>
                <a:gd name="connsiteX1" fmla="*/ 82827 w 93181"/>
                <a:gd name="connsiteY1" fmla="*/ 138562 h 140338"/>
                <a:gd name="connsiteX2" fmla="*/ 91175 w 93181"/>
                <a:gd name="connsiteY2" fmla="*/ 128774 h 140338"/>
                <a:gd name="connsiteX3" fmla="*/ 12541 w 93181"/>
                <a:gd name="connsiteY3" fmla="*/ 4167 h 140338"/>
                <a:gd name="connsiteX4" fmla="*/ 394 w 93181"/>
                <a:gd name="connsiteY4" fmla="*/ 8402 h 140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181" h="140338">
                  <a:moveTo>
                    <a:pt x="394" y="8402"/>
                  </a:moveTo>
                  <a:cubicBezTo>
                    <a:pt x="17468" y="57541"/>
                    <a:pt x="45772" y="102074"/>
                    <a:pt x="82827" y="138562"/>
                  </a:cubicBezTo>
                  <a:cubicBezTo>
                    <a:pt x="88728" y="144372"/>
                    <a:pt x="97051" y="134560"/>
                    <a:pt x="91175" y="128774"/>
                  </a:cubicBezTo>
                  <a:cubicBezTo>
                    <a:pt x="55754" y="93897"/>
                    <a:pt x="28849" y="51106"/>
                    <a:pt x="12541" y="4167"/>
                  </a:cubicBezTo>
                  <a:cubicBezTo>
                    <a:pt x="9822" y="-3670"/>
                    <a:pt x="-2325" y="579"/>
                    <a:pt x="394" y="840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6" name="任意多边形: 形状 1345"/>
            <p:cNvSpPr/>
            <p:nvPr/>
          </p:nvSpPr>
          <p:spPr>
            <a:xfrm>
              <a:off x="5217761" y="3852460"/>
              <a:ext cx="142336" cy="263388"/>
            </a:xfrm>
            <a:custGeom>
              <a:avLst/>
              <a:gdLst>
                <a:gd name="connsiteX0" fmla="*/ 29797 w 142336"/>
                <a:gd name="connsiteY0" fmla="*/ 73696 h 263388"/>
                <a:gd name="connsiteX1" fmla="*/ 281 w 142336"/>
                <a:gd name="connsiteY1" fmla="*/ 189782 h 263388"/>
                <a:gd name="connsiteX2" fmla="*/ 11303 w 142336"/>
                <a:gd name="connsiteY2" fmla="*/ 259086 h 263388"/>
                <a:gd name="connsiteX3" fmla="*/ 23452 w 142336"/>
                <a:gd name="connsiteY3" fmla="*/ 254848 h 263388"/>
                <a:gd name="connsiteX4" fmla="*/ 16010 w 142336"/>
                <a:gd name="connsiteY4" fmla="*/ 141195 h 263388"/>
                <a:gd name="connsiteX5" fmla="*/ 35616 w 142336"/>
                <a:gd name="connsiteY5" fmla="*/ 88182 h 263388"/>
                <a:gd name="connsiteX6" fmla="*/ 77334 w 142336"/>
                <a:gd name="connsiteY6" fmla="*/ 45430 h 263388"/>
                <a:gd name="connsiteX7" fmla="*/ 138414 w 142336"/>
                <a:gd name="connsiteY7" fmla="*/ 12766 h 263388"/>
                <a:gd name="connsiteX8" fmla="*/ 134179 w 142336"/>
                <a:gd name="connsiteY8" fmla="*/ 617 h 263388"/>
                <a:gd name="connsiteX9" fmla="*/ 29797 w 142336"/>
                <a:gd name="connsiteY9" fmla="*/ 73696 h 26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336" h="263388">
                  <a:moveTo>
                    <a:pt x="29797" y="73696"/>
                  </a:moveTo>
                  <a:cubicBezTo>
                    <a:pt x="6302" y="107494"/>
                    <a:pt x="-1662" y="149199"/>
                    <a:pt x="281" y="189782"/>
                  </a:cubicBezTo>
                  <a:cubicBezTo>
                    <a:pt x="1402" y="213209"/>
                    <a:pt x="5731" y="236345"/>
                    <a:pt x="11303" y="259086"/>
                  </a:cubicBezTo>
                  <a:cubicBezTo>
                    <a:pt x="13275" y="267141"/>
                    <a:pt x="25405" y="262825"/>
                    <a:pt x="23452" y="254848"/>
                  </a:cubicBezTo>
                  <a:cubicBezTo>
                    <a:pt x="14389" y="217862"/>
                    <a:pt x="9051" y="179015"/>
                    <a:pt x="16010" y="141195"/>
                  </a:cubicBezTo>
                  <a:cubicBezTo>
                    <a:pt x="19445" y="122538"/>
                    <a:pt x="25817" y="104469"/>
                    <a:pt x="35616" y="88182"/>
                  </a:cubicBezTo>
                  <a:cubicBezTo>
                    <a:pt x="46026" y="70875"/>
                    <a:pt x="60785" y="56814"/>
                    <a:pt x="77334" y="45430"/>
                  </a:cubicBezTo>
                  <a:cubicBezTo>
                    <a:pt x="96419" y="32301"/>
                    <a:pt x="117451" y="22458"/>
                    <a:pt x="138414" y="12766"/>
                  </a:cubicBezTo>
                  <a:cubicBezTo>
                    <a:pt x="145879" y="9315"/>
                    <a:pt x="141692" y="-2856"/>
                    <a:pt x="134179" y="617"/>
                  </a:cubicBezTo>
                  <a:cubicBezTo>
                    <a:pt x="95590" y="18458"/>
                    <a:pt x="54804" y="37724"/>
                    <a:pt x="29797" y="73696"/>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7" name="任意多边形: 形状 1346"/>
            <p:cNvSpPr/>
            <p:nvPr/>
          </p:nvSpPr>
          <p:spPr>
            <a:xfrm>
              <a:off x="5230550" y="3853698"/>
              <a:ext cx="128847" cy="267051"/>
            </a:xfrm>
            <a:custGeom>
              <a:avLst/>
              <a:gdLst>
                <a:gd name="connsiteX0" fmla="*/ 117713 w 128847"/>
                <a:gd name="connsiteY0" fmla="*/ 2437 h 267051"/>
                <a:gd name="connsiteX1" fmla="*/ 78716 w 128847"/>
                <a:gd name="connsiteY1" fmla="*/ 103936 h 267051"/>
                <a:gd name="connsiteX2" fmla="*/ 46541 w 128847"/>
                <a:gd name="connsiteY2" fmla="*/ 211340 h 267051"/>
                <a:gd name="connsiteX3" fmla="*/ 3007 w 128847"/>
                <a:gd name="connsiteY3" fmla="*/ 255533 h 267051"/>
                <a:gd name="connsiteX4" fmla="*/ 10224 w 128847"/>
                <a:gd name="connsiteY4" fmla="*/ 266185 h 267051"/>
                <a:gd name="connsiteX5" fmla="*/ 100379 w 128847"/>
                <a:gd name="connsiteY5" fmla="*/ 68444 h 267051"/>
                <a:gd name="connsiteX6" fmla="*/ 127501 w 128847"/>
                <a:gd name="connsiteY6" fmla="*/ 10785 h 267051"/>
                <a:gd name="connsiteX7" fmla="*/ 117713 w 128847"/>
                <a:gd name="connsiteY7" fmla="*/ 2437 h 267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847" h="267051">
                  <a:moveTo>
                    <a:pt x="117713" y="2437"/>
                  </a:moveTo>
                  <a:cubicBezTo>
                    <a:pt x="95601" y="32182"/>
                    <a:pt x="86016" y="68162"/>
                    <a:pt x="78716" y="103936"/>
                  </a:cubicBezTo>
                  <a:cubicBezTo>
                    <a:pt x="71241" y="140560"/>
                    <a:pt x="65406" y="178446"/>
                    <a:pt x="46541" y="211340"/>
                  </a:cubicBezTo>
                  <a:cubicBezTo>
                    <a:pt x="36048" y="229637"/>
                    <a:pt x="21589" y="245334"/>
                    <a:pt x="3007" y="255533"/>
                  </a:cubicBezTo>
                  <a:cubicBezTo>
                    <a:pt x="-4257" y="259519"/>
                    <a:pt x="3026" y="270138"/>
                    <a:pt x="10224" y="266185"/>
                  </a:cubicBezTo>
                  <a:cubicBezTo>
                    <a:pt x="81163" y="227253"/>
                    <a:pt x="80595" y="136659"/>
                    <a:pt x="100379" y="68444"/>
                  </a:cubicBezTo>
                  <a:cubicBezTo>
                    <a:pt x="106318" y="47966"/>
                    <a:pt x="114721" y="27974"/>
                    <a:pt x="127501" y="10785"/>
                  </a:cubicBezTo>
                  <a:cubicBezTo>
                    <a:pt x="132414" y="4176"/>
                    <a:pt x="122662" y="-4223"/>
                    <a:pt x="117713" y="2437"/>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8" name="任意多边形: 形状 1347"/>
            <p:cNvSpPr/>
            <p:nvPr/>
          </p:nvSpPr>
          <p:spPr>
            <a:xfrm>
              <a:off x="5227986" y="3971419"/>
              <a:ext cx="51068" cy="144342"/>
            </a:xfrm>
            <a:custGeom>
              <a:avLst/>
              <a:gdLst>
                <a:gd name="connsiteX0" fmla="*/ 38220 w 51068"/>
                <a:gd name="connsiteY0" fmla="*/ 6739 h 144342"/>
                <a:gd name="connsiteX1" fmla="*/ 997 w 51068"/>
                <a:gd name="connsiteY1" fmla="*/ 135708 h 144342"/>
                <a:gd name="connsiteX2" fmla="*/ 12653 w 51068"/>
                <a:gd name="connsiteY2" fmla="*/ 141156 h 144342"/>
                <a:gd name="connsiteX3" fmla="*/ 51041 w 51068"/>
                <a:gd name="connsiteY3" fmla="*/ 5722 h 144342"/>
                <a:gd name="connsiteX4" fmla="*/ 38220 w 51068"/>
                <a:gd name="connsiteY4" fmla="*/ 6739 h 144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8" h="144342">
                  <a:moveTo>
                    <a:pt x="38220" y="6739"/>
                  </a:moveTo>
                  <a:cubicBezTo>
                    <a:pt x="38897" y="52403"/>
                    <a:pt x="25689" y="97345"/>
                    <a:pt x="997" y="135708"/>
                  </a:cubicBezTo>
                  <a:cubicBezTo>
                    <a:pt x="-3463" y="142638"/>
                    <a:pt x="8226" y="148036"/>
                    <a:pt x="12653" y="141156"/>
                  </a:cubicBezTo>
                  <a:cubicBezTo>
                    <a:pt x="38549" y="100922"/>
                    <a:pt x="51749" y="53516"/>
                    <a:pt x="51041" y="5722"/>
                  </a:cubicBezTo>
                  <a:cubicBezTo>
                    <a:pt x="50921" y="-2574"/>
                    <a:pt x="38096" y="-1515"/>
                    <a:pt x="38220" y="673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9" name="任意多边形: 形状 1348"/>
            <p:cNvSpPr/>
            <p:nvPr/>
          </p:nvSpPr>
          <p:spPr>
            <a:xfrm>
              <a:off x="4968603" y="4068597"/>
              <a:ext cx="274480" cy="69647"/>
            </a:xfrm>
            <a:custGeom>
              <a:avLst/>
              <a:gdLst>
                <a:gd name="connsiteX0" fmla="*/ 8371 w 274480"/>
                <a:gd name="connsiteY0" fmla="*/ 17640 h 69647"/>
                <a:gd name="connsiteX1" fmla="*/ 112498 w 274480"/>
                <a:gd name="connsiteY1" fmla="*/ 35762 h 69647"/>
                <a:gd name="connsiteX2" fmla="*/ 221680 w 274480"/>
                <a:gd name="connsiteY2" fmla="*/ 69300 h 69647"/>
                <a:gd name="connsiteX3" fmla="*/ 272638 w 274480"/>
                <a:gd name="connsiteY3" fmla="*/ 47294 h 69647"/>
                <a:gd name="connsiteX4" fmla="*/ 262850 w 274480"/>
                <a:gd name="connsiteY4" fmla="*/ 38944 h 69647"/>
                <a:gd name="connsiteX5" fmla="*/ 166500 w 274480"/>
                <a:gd name="connsiteY5" fmla="*/ 47146 h 69647"/>
                <a:gd name="connsiteX6" fmla="*/ 61389 w 274480"/>
                <a:gd name="connsiteY6" fmla="*/ 2682 h 69647"/>
                <a:gd name="connsiteX7" fmla="*/ 4133 w 274480"/>
                <a:gd name="connsiteY7" fmla="*/ 5491 h 69647"/>
                <a:gd name="connsiteX8" fmla="*/ 8371 w 274480"/>
                <a:gd name="connsiteY8" fmla="*/ 17640 h 6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80" h="69647">
                  <a:moveTo>
                    <a:pt x="8371" y="17640"/>
                  </a:moveTo>
                  <a:cubicBezTo>
                    <a:pt x="43720" y="4739"/>
                    <a:pt x="80825" y="19977"/>
                    <a:pt x="112498" y="35762"/>
                  </a:cubicBezTo>
                  <a:cubicBezTo>
                    <a:pt x="146799" y="52858"/>
                    <a:pt x="181997" y="72507"/>
                    <a:pt x="221680" y="69300"/>
                  </a:cubicBezTo>
                  <a:cubicBezTo>
                    <a:pt x="240819" y="67753"/>
                    <a:pt x="258762" y="60733"/>
                    <a:pt x="272638" y="47294"/>
                  </a:cubicBezTo>
                  <a:cubicBezTo>
                    <a:pt x="278582" y="41539"/>
                    <a:pt x="268756" y="33227"/>
                    <a:pt x="262850" y="38944"/>
                  </a:cubicBezTo>
                  <a:cubicBezTo>
                    <a:pt x="237280" y="63710"/>
                    <a:pt x="196846" y="58989"/>
                    <a:pt x="166500" y="47146"/>
                  </a:cubicBezTo>
                  <a:cubicBezTo>
                    <a:pt x="130984" y="33288"/>
                    <a:pt x="99169" y="10607"/>
                    <a:pt x="61389" y="2682"/>
                  </a:cubicBezTo>
                  <a:cubicBezTo>
                    <a:pt x="42376" y="-1307"/>
                    <a:pt x="22521" y="-1219"/>
                    <a:pt x="4133" y="5491"/>
                  </a:cubicBezTo>
                  <a:cubicBezTo>
                    <a:pt x="-3652" y="8336"/>
                    <a:pt x="586" y="20482"/>
                    <a:pt x="8371" y="1764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0" name="任意多边形: 形状 1349"/>
            <p:cNvSpPr/>
            <p:nvPr/>
          </p:nvSpPr>
          <p:spPr>
            <a:xfrm>
              <a:off x="4968153" y="4029720"/>
              <a:ext cx="260543" cy="73884"/>
            </a:xfrm>
            <a:custGeom>
              <a:avLst/>
              <a:gdLst>
                <a:gd name="connsiteX0" fmla="*/ 564 w 260543"/>
                <a:gd name="connsiteY0" fmla="*/ 43539 h 73884"/>
                <a:gd name="connsiteX1" fmla="*/ 12220 w 260543"/>
                <a:gd name="connsiteY1" fmla="*/ 48987 h 73884"/>
                <a:gd name="connsiteX2" fmla="*/ 92239 w 260543"/>
                <a:gd name="connsiteY2" fmla="*/ 13957 h 73884"/>
                <a:gd name="connsiteX3" fmla="*/ 141611 w 260543"/>
                <a:gd name="connsiteY3" fmla="*/ 26754 h 73884"/>
                <a:gd name="connsiteX4" fmla="*/ 193375 w 260543"/>
                <a:gd name="connsiteY4" fmla="*/ 46208 h 73884"/>
                <a:gd name="connsiteX5" fmla="*/ 251589 w 260543"/>
                <a:gd name="connsiteY5" fmla="*/ 73147 h 73884"/>
                <a:gd name="connsiteX6" fmla="*/ 257037 w 260543"/>
                <a:gd name="connsiteY6" fmla="*/ 61491 h 73884"/>
                <a:gd name="connsiteX7" fmla="*/ 143913 w 260543"/>
                <a:gd name="connsiteY7" fmla="*/ 14044 h 73884"/>
                <a:gd name="connsiteX8" fmla="*/ 40960 w 260543"/>
                <a:gd name="connsiteY8" fmla="*/ 6330 h 73884"/>
                <a:gd name="connsiteX9" fmla="*/ 564 w 260543"/>
                <a:gd name="connsiteY9" fmla="*/ 43539 h 7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543" h="73884">
                  <a:moveTo>
                    <a:pt x="564" y="43539"/>
                  </a:moveTo>
                  <a:cubicBezTo>
                    <a:pt x="-2676" y="51127"/>
                    <a:pt x="8958" y="56632"/>
                    <a:pt x="12220" y="48987"/>
                  </a:cubicBezTo>
                  <a:cubicBezTo>
                    <a:pt x="25390" y="18137"/>
                    <a:pt x="61932" y="9872"/>
                    <a:pt x="92239" y="13957"/>
                  </a:cubicBezTo>
                  <a:cubicBezTo>
                    <a:pt x="109134" y="16233"/>
                    <a:pt x="125503" y="21322"/>
                    <a:pt x="141611" y="26754"/>
                  </a:cubicBezTo>
                  <a:cubicBezTo>
                    <a:pt x="159080" y="32646"/>
                    <a:pt x="176351" y="39136"/>
                    <a:pt x="193375" y="46208"/>
                  </a:cubicBezTo>
                  <a:cubicBezTo>
                    <a:pt x="213129" y="54413"/>
                    <a:pt x="232534" y="63428"/>
                    <a:pt x="251589" y="73147"/>
                  </a:cubicBezTo>
                  <a:cubicBezTo>
                    <a:pt x="258960" y="76907"/>
                    <a:pt x="264419" y="65257"/>
                    <a:pt x="257037" y="61491"/>
                  </a:cubicBezTo>
                  <a:cubicBezTo>
                    <a:pt x="220569" y="42884"/>
                    <a:pt x="182762" y="26968"/>
                    <a:pt x="143913" y="14044"/>
                  </a:cubicBezTo>
                  <a:cubicBezTo>
                    <a:pt x="111156" y="3148"/>
                    <a:pt x="74608" y="-6960"/>
                    <a:pt x="40960" y="6330"/>
                  </a:cubicBezTo>
                  <a:cubicBezTo>
                    <a:pt x="23360" y="13282"/>
                    <a:pt x="8094" y="25895"/>
                    <a:pt x="564" y="4353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1" name="任意多边形: 形状 1350"/>
            <p:cNvSpPr/>
            <p:nvPr/>
          </p:nvSpPr>
          <p:spPr>
            <a:xfrm>
              <a:off x="5100497" y="4071530"/>
              <a:ext cx="137610" cy="47067"/>
            </a:xfrm>
            <a:custGeom>
              <a:avLst/>
              <a:gdLst>
                <a:gd name="connsiteX0" fmla="*/ 3647 w 137610"/>
                <a:gd name="connsiteY0" fmla="*/ 12250 h 47067"/>
                <a:gd name="connsiteX1" fmla="*/ 73409 w 137610"/>
                <a:gd name="connsiteY1" fmla="*/ 41717 h 47067"/>
                <a:gd name="connsiteX2" fmla="*/ 133726 w 137610"/>
                <a:gd name="connsiteY2" fmla="*/ 40916 h 47067"/>
                <a:gd name="connsiteX3" fmla="*/ 129491 w 137610"/>
                <a:gd name="connsiteY3" fmla="*/ 28766 h 47067"/>
                <a:gd name="connsiteX4" fmla="*/ 72874 w 137610"/>
                <a:gd name="connsiteY4" fmla="*/ 28048 h 47067"/>
                <a:gd name="connsiteX5" fmla="*/ 9097 w 137610"/>
                <a:gd name="connsiteY5" fmla="*/ 594 h 47067"/>
                <a:gd name="connsiteX6" fmla="*/ 3647 w 137610"/>
                <a:gd name="connsiteY6" fmla="*/ 12250 h 47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10" h="47067">
                  <a:moveTo>
                    <a:pt x="3647" y="12250"/>
                  </a:moveTo>
                  <a:cubicBezTo>
                    <a:pt x="26604" y="22372"/>
                    <a:pt x="49466" y="34091"/>
                    <a:pt x="73409" y="41717"/>
                  </a:cubicBezTo>
                  <a:cubicBezTo>
                    <a:pt x="92957" y="47941"/>
                    <a:pt x="114694" y="50001"/>
                    <a:pt x="133726" y="40916"/>
                  </a:cubicBezTo>
                  <a:cubicBezTo>
                    <a:pt x="141133" y="37380"/>
                    <a:pt x="136955" y="25203"/>
                    <a:pt x="129491" y="28766"/>
                  </a:cubicBezTo>
                  <a:cubicBezTo>
                    <a:pt x="111372" y="37416"/>
                    <a:pt x="91193" y="34587"/>
                    <a:pt x="72874" y="28048"/>
                  </a:cubicBezTo>
                  <a:cubicBezTo>
                    <a:pt x="51142" y="20290"/>
                    <a:pt x="30195" y="9896"/>
                    <a:pt x="9097" y="594"/>
                  </a:cubicBezTo>
                  <a:cubicBezTo>
                    <a:pt x="1540" y="-2739"/>
                    <a:pt x="-3958" y="8897"/>
                    <a:pt x="3647" y="1225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2" name="任意多边形: 形状 1351"/>
            <p:cNvSpPr/>
            <p:nvPr/>
          </p:nvSpPr>
          <p:spPr>
            <a:xfrm>
              <a:off x="5035226" y="4158968"/>
              <a:ext cx="234493" cy="55611"/>
            </a:xfrm>
            <a:custGeom>
              <a:avLst/>
              <a:gdLst>
                <a:gd name="connsiteX0" fmla="*/ 9033 w 234493"/>
                <a:gd name="connsiteY0" fmla="*/ 37834 h 55611"/>
                <a:gd name="connsiteX1" fmla="*/ 181712 w 234493"/>
                <a:gd name="connsiteY1" fmla="*/ 28463 h 55611"/>
                <a:gd name="connsiteX2" fmla="*/ 224899 w 234493"/>
                <a:gd name="connsiteY2" fmla="*/ 54252 h 55611"/>
                <a:gd name="connsiteX3" fmla="*/ 231943 w 234493"/>
                <a:gd name="connsiteY3" fmla="*/ 43488 h 55611"/>
                <a:gd name="connsiteX4" fmla="*/ 53070 w 234493"/>
                <a:gd name="connsiteY4" fmla="*/ 6271 h 55611"/>
                <a:gd name="connsiteX5" fmla="*/ 3295 w 234493"/>
                <a:gd name="connsiteY5" fmla="*/ 26318 h 55611"/>
                <a:gd name="connsiteX6" fmla="*/ 9033 w 234493"/>
                <a:gd name="connsiteY6" fmla="*/ 37834 h 5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493" h="55611">
                  <a:moveTo>
                    <a:pt x="9033" y="37834"/>
                  </a:moveTo>
                  <a:cubicBezTo>
                    <a:pt x="61236" y="7845"/>
                    <a:pt x="126437" y="5217"/>
                    <a:pt x="181712" y="28463"/>
                  </a:cubicBezTo>
                  <a:cubicBezTo>
                    <a:pt x="197239" y="34992"/>
                    <a:pt x="211729" y="43770"/>
                    <a:pt x="224899" y="54252"/>
                  </a:cubicBezTo>
                  <a:cubicBezTo>
                    <a:pt x="231372" y="59406"/>
                    <a:pt x="238376" y="48609"/>
                    <a:pt x="231943" y="43488"/>
                  </a:cubicBezTo>
                  <a:cubicBezTo>
                    <a:pt x="182458" y="4098"/>
                    <a:pt x="114150" y="-9149"/>
                    <a:pt x="53070" y="6271"/>
                  </a:cubicBezTo>
                  <a:cubicBezTo>
                    <a:pt x="35659" y="10665"/>
                    <a:pt x="18865" y="17372"/>
                    <a:pt x="3295" y="26318"/>
                  </a:cubicBezTo>
                  <a:cubicBezTo>
                    <a:pt x="-3868" y="30433"/>
                    <a:pt x="1846" y="41962"/>
                    <a:pt x="9033" y="3783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3" name="任意多边形: 形状 1352"/>
            <p:cNvSpPr/>
            <p:nvPr/>
          </p:nvSpPr>
          <p:spPr>
            <a:xfrm>
              <a:off x="5033011" y="4187342"/>
              <a:ext cx="239816" cy="74689"/>
            </a:xfrm>
            <a:custGeom>
              <a:avLst/>
              <a:gdLst>
                <a:gd name="connsiteX0" fmla="*/ 9377 w 239816"/>
                <a:gd name="connsiteY0" fmla="*/ 15772 h 74689"/>
                <a:gd name="connsiteX1" fmla="*/ 99768 w 239816"/>
                <a:gd name="connsiteY1" fmla="*/ 49297 h 74689"/>
                <a:gd name="connsiteX2" fmla="*/ 148589 w 239816"/>
                <a:gd name="connsiteY2" fmla="*/ 72907 h 74689"/>
                <a:gd name="connsiteX3" fmla="*/ 193921 w 239816"/>
                <a:gd name="connsiteY3" fmla="*/ 71078 h 74689"/>
                <a:gd name="connsiteX4" fmla="*/ 237908 w 239816"/>
                <a:gd name="connsiteY4" fmla="*/ 45322 h 74689"/>
                <a:gd name="connsiteX5" fmla="*/ 229401 w 239816"/>
                <a:gd name="connsiteY5" fmla="*/ 35669 h 74689"/>
                <a:gd name="connsiteX6" fmla="*/ 146839 w 239816"/>
                <a:gd name="connsiteY6" fmla="*/ 59403 h 74689"/>
                <a:gd name="connsiteX7" fmla="*/ 53913 w 239816"/>
                <a:gd name="connsiteY7" fmla="*/ 5365 h 74689"/>
                <a:gd name="connsiteX8" fmla="*/ 3636 w 239816"/>
                <a:gd name="connsiteY8" fmla="*/ 4256 h 74689"/>
                <a:gd name="connsiteX9" fmla="*/ 9377 w 239816"/>
                <a:gd name="connsiteY9" fmla="*/ 15772 h 74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816" h="74689">
                  <a:moveTo>
                    <a:pt x="9377" y="15772"/>
                  </a:moveTo>
                  <a:cubicBezTo>
                    <a:pt x="42641" y="2564"/>
                    <a:pt x="74981" y="31417"/>
                    <a:pt x="99768" y="49297"/>
                  </a:cubicBezTo>
                  <a:cubicBezTo>
                    <a:pt x="114563" y="59968"/>
                    <a:pt x="130465" y="69437"/>
                    <a:pt x="148589" y="72907"/>
                  </a:cubicBezTo>
                  <a:cubicBezTo>
                    <a:pt x="163581" y="75777"/>
                    <a:pt x="179203" y="75190"/>
                    <a:pt x="193921" y="71078"/>
                  </a:cubicBezTo>
                  <a:cubicBezTo>
                    <a:pt x="210544" y="66436"/>
                    <a:pt x="225865" y="57735"/>
                    <a:pt x="237908" y="45322"/>
                  </a:cubicBezTo>
                  <a:cubicBezTo>
                    <a:pt x="243644" y="39408"/>
                    <a:pt x="235167" y="29721"/>
                    <a:pt x="229401" y="35669"/>
                  </a:cubicBezTo>
                  <a:cubicBezTo>
                    <a:pt x="208438" y="57279"/>
                    <a:pt x="176180" y="66916"/>
                    <a:pt x="146839" y="59403"/>
                  </a:cubicBezTo>
                  <a:cubicBezTo>
                    <a:pt x="111356" y="50315"/>
                    <a:pt x="87797" y="18219"/>
                    <a:pt x="53913" y="5365"/>
                  </a:cubicBezTo>
                  <a:cubicBezTo>
                    <a:pt x="37605" y="-821"/>
                    <a:pt x="20046" y="-2259"/>
                    <a:pt x="3636" y="4256"/>
                  </a:cubicBezTo>
                  <a:cubicBezTo>
                    <a:pt x="-4073" y="7318"/>
                    <a:pt x="1735" y="18806"/>
                    <a:pt x="9377" y="1577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4" name="任意多边形: 形状 1353"/>
            <p:cNvSpPr/>
            <p:nvPr/>
          </p:nvSpPr>
          <p:spPr>
            <a:xfrm>
              <a:off x="5145570" y="4198051"/>
              <a:ext cx="124842" cy="31743"/>
            </a:xfrm>
            <a:custGeom>
              <a:avLst/>
              <a:gdLst>
                <a:gd name="connsiteX0" fmla="*/ 3082 w 124842"/>
                <a:gd name="connsiteY0" fmla="*/ 11580 h 31743"/>
                <a:gd name="connsiteX1" fmla="*/ 119923 w 124842"/>
                <a:gd name="connsiteY1" fmla="*/ 27933 h 31743"/>
                <a:gd name="connsiteX2" fmla="*/ 117292 w 124842"/>
                <a:gd name="connsiteY2" fmla="*/ 15342 h 31743"/>
                <a:gd name="connsiteX3" fmla="*/ 10126 w 124842"/>
                <a:gd name="connsiteY3" fmla="*/ 816 h 31743"/>
                <a:gd name="connsiteX4" fmla="*/ 3082 w 124842"/>
                <a:gd name="connsiteY4" fmla="*/ 11580 h 31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2" h="31743">
                  <a:moveTo>
                    <a:pt x="3082" y="11580"/>
                  </a:moveTo>
                  <a:cubicBezTo>
                    <a:pt x="38878" y="30501"/>
                    <a:pt x="80289" y="36475"/>
                    <a:pt x="119923" y="27933"/>
                  </a:cubicBezTo>
                  <a:cubicBezTo>
                    <a:pt x="128024" y="26188"/>
                    <a:pt x="125401" y="13591"/>
                    <a:pt x="117292" y="15342"/>
                  </a:cubicBezTo>
                  <a:cubicBezTo>
                    <a:pt x="81150" y="23132"/>
                    <a:pt x="42861" y="18120"/>
                    <a:pt x="10126" y="816"/>
                  </a:cubicBezTo>
                  <a:cubicBezTo>
                    <a:pt x="2868" y="-3022"/>
                    <a:pt x="-4245" y="7707"/>
                    <a:pt x="3082" y="1158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5" name="任意多边形: 形状 1354"/>
            <p:cNvSpPr/>
            <p:nvPr/>
          </p:nvSpPr>
          <p:spPr>
            <a:xfrm>
              <a:off x="5256280" y="4107970"/>
              <a:ext cx="168082" cy="102588"/>
            </a:xfrm>
            <a:custGeom>
              <a:avLst/>
              <a:gdLst>
                <a:gd name="connsiteX0" fmla="*/ 530 w 168082"/>
                <a:gd name="connsiteY0" fmla="*/ 93440 h 102588"/>
                <a:gd name="connsiteX1" fmla="*/ 12186 w 168082"/>
                <a:gd name="connsiteY1" fmla="*/ 98888 h 102588"/>
                <a:gd name="connsiteX2" fmla="*/ 160684 w 168082"/>
                <a:gd name="connsiteY2" fmla="*/ 14359 h 102588"/>
                <a:gd name="connsiteX3" fmla="*/ 162953 w 168082"/>
                <a:gd name="connsiteY3" fmla="*/ 1694 h 102588"/>
                <a:gd name="connsiteX4" fmla="*/ 530 w 168082"/>
                <a:gd name="connsiteY4" fmla="*/ 93440 h 10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82" h="102588">
                  <a:moveTo>
                    <a:pt x="530" y="93440"/>
                  </a:moveTo>
                  <a:cubicBezTo>
                    <a:pt x="-2602" y="101064"/>
                    <a:pt x="9029" y="106578"/>
                    <a:pt x="12186" y="98888"/>
                  </a:cubicBezTo>
                  <a:cubicBezTo>
                    <a:pt x="36324" y="40134"/>
                    <a:pt x="97813" y="4827"/>
                    <a:pt x="160684" y="14359"/>
                  </a:cubicBezTo>
                  <a:cubicBezTo>
                    <a:pt x="168853" y="15599"/>
                    <a:pt x="171171" y="2942"/>
                    <a:pt x="162953" y="1694"/>
                  </a:cubicBezTo>
                  <a:cubicBezTo>
                    <a:pt x="94609" y="-8670"/>
                    <a:pt x="26871" y="29329"/>
                    <a:pt x="530" y="9344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6" name="任意多边形: 形状 1355"/>
            <p:cNvSpPr/>
            <p:nvPr/>
          </p:nvSpPr>
          <p:spPr>
            <a:xfrm>
              <a:off x="5263648" y="4110863"/>
              <a:ext cx="161063" cy="131419"/>
            </a:xfrm>
            <a:custGeom>
              <a:avLst/>
              <a:gdLst>
                <a:gd name="connsiteX0" fmla="*/ 5008 w 161063"/>
                <a:gd name="connsiteY0" fmla="*/ 128464 h 131419"/>
                <a:gd name="connsiteX1" fmla="*/ 99413 w 161063"/>
                <a:gd name="connsiteY1" fmla="*/ 103987 h 131419"/>
                <a:gd name="connsiteX2" fmla="*/ 127799 w 161063"/>
                <a:gd name="connsiteY2" fmla="*/ 57901 h 131419"/>
                <a:gd name="connsiteX3" fmla="*/ 156863 w 161063"/>
                <a:gd name="connsiteY3" fmla="*/ 12506 h 131419"/>
                <a:gd name="connsiteX4" fmla="*/ 152628 w 161063"/>
                <a:gd name="connsiteY4" fmla="*/ 356 h 131419"/>
                <a:gd name="connsiteX5" fmla="*/ 120557 w 161063"/>
                <a:gd name="connsiteY5" fmla="*/ 38289 h 131419"/>
                <a:gd name="connsiteX6" fmla="*/ 98000 w 161063"/>
                <a:gd name="connsiteY6" fmla="*/ 86863 h 131419"/>
                <a:gd name="connsiteX7" fmla="*/ 7282 w 161063"/>
                <a:gd name="connsiteY7" fmla="*/ 115799 h 131419"/>
                <a:gd name="connsiteX8" fmla="*/ 5008 w 161063"/>
                <a:gd name="connsiteY8" fmla="*/ 128464 h 131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063" h="131419">
                  <a:moveTo>
                    <a:pt x="5008" y="128464"/>
                  </a:moveTo>
                  <a:cubicBezTo>
                    <a:pt x="38464" y="136699"/>
                    <a:pt x="74203" y="127468"/>
                    <a:pt x="99413" y="103987"/>
                  </a:cubicBezTo>
                  <a:cubicBezTo>
                    <a:pt x="112994" y="91335"/>
                    <a:pt x="122176" y="75482"/>
                    <a:pt x="127799" y="57901"/>
                  </a:cubicBezTo>
                  <a:cubicBezTo>
                    <a:pt x="133173" y="41101"/>
                    <a:pt x="137785" y="18755"/>
                    <a:pt x="156863" y="12506"/>
                  </a:cubicBezTo>
                  <a:cubicBezTo>
                    <a:pt x="164753" y="9922"/>
                    <a:pt x="160490" y="-2219"/>
                    <a:pt x="152628" y="356"/>
                  </a:cubicBezTo>
                  <a:cubicBezTo>
                    <a:pt x="135450" y="5985"/>
                    <a:pt x="126000" y="22036"/>
                    <a:pt x="120557" y="38289"/>
                  </a:cubicBezTo>
                  <a:cubicBezTo>
                    <a:pt x="114709" y="55750"/>
                    <a:pt x="110139" y="72473"/>
                    <a:pt x="98000" y="86863"/>
                  </a:cubicBezTo>
                  <a:cubicBezTo>
                    <a:pt x="75774" y="113215"/>
                    <a:pt x="40568" y="123993"/>
                    <a:pt x="7282" y="115799"/>
                  </a:cubicBezTo>
                  <a:cubicBezTo>
                    <a:pt x="-764" y="113821"/>
                    <a:pt x="-3018" y="126489"/>
                    <a:pt x="5008" y="12846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7" name="任意多边形: 形状 1356"/>
            <p:cNvSpPr/>
            <p:nvPr/>
          </p:nvSpPr>
          <p:spPr>
            <a:xfrm>
              <a:off x="5253957" y="4149696"/>
              <a:ext cx="104954" cy="67050"/>
            </a:xfrm>
            <a:custGeom>
              <a:avLst/>
              <a:gdLst>
                <a:gd name="connsiteX0" fmla="*/ 6607 w 104954"/>
                <a:gd name="connsiteY0" fmla="*/ 66923 h 67050"/>
                <a:gd name="connsiteX1" fmla="*/ 103417 w 104954"/>
                <a:gd name="connsiteY1" fmla="*/ 10616 h 67050"/>
                <a:gd name="connsiteX2" fmla="*/ 93629 w 104954"/>
                <a:gd name="connsiteY2" fmla="*/ 2266 h 67050"/>
                <a:gd name="connsiteX3" fmla="*/ 5589 w 104954"/>
                <a:gd name="connsiteY3" fmla="*/ 54098 h 67050"/>
                <a:gd name="connsiteX4" fmla="*/ 6607 w 104954"/>
                <a:gd name="connsiteY4" fmla="*/ 66923 h 67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954" h="67050">
                  <a:moveTo>
                    <a:pt x="6607" y="66923"/>
                  </a:moveTo>
                  <a:cubicBezTo>
                    <a:pt x="44380" y="59796"/>
                    <a:pt x="78651" y="40100"/>
                    <a:pt x="103417" y="10616"/>
                  </a:cubicBezTo>
                  <a:cubicBezTo>
                    <a:pt x="108739" y="4279"/>
                    <a:pt x="98965" y="-4085"/>
                    <a:pt x="93629" y="2266"/>
                  </a:cubicBezTo>
                  <a:cubicBezTo>
                    <a:pt x="71192" y="28982"/>
                    <a:pt x="39939" y="47619"/>
                    <a:pt x="5589" y="54098"/>
                  </a:cubicBezTo>
                  <a:cubicBezTo>
                    <a:pt x="-2473" y="55621"/>
                    <a:pt x="-1533" y="68459"/>
                    <a:pt x="6607" y="66923"/>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358" name="任意多边形: 形状 1357"/>
          <p:cNvSpPr/>
          <p:nvPr/>
        </p:nvSpPr>
        <p:spPr>
          <a:xfrm>
            <a:off x="9790984" y="4242969"/>
            <a:ext cx="1609267" cy="2277963"/>
          </a:xfrm>
          <a:custGeom>
            <a:avLst/>
            <a:gdLst>
              <a:gd name="connsiteX0" fmla="*/ 241791 w 526644"/>
              <a:gd name="connsiteY0" fmla="*/ 264570 h 745480"/>
              <a:gd name="connsiteX1" fmla="*/ 240337 w 526644"/>
              <a:gd name="connsiteY1" fmla="*/ 263709 h 745480"/>
              <a:gd name="connsiteX2" fmla="*/ 196659 w 526644"/>
              <a:gd name="connsiteY2" fmla="*/ 242252 h 745480"/>
              <a:gd name="connsiteX3" fmla="*/ 192621 w 526644"/>
              <a:gd name="connsiteY3" fmla="*/ 246775 h 745480"/>
              <a:gd name="connsiteX4" fmla="*/ 1508 w 526644"/>
              <a:gd name="connsiteY4" fmla="*/ 182985 h 745480"/>
              <a:gd name="connsiteX5" fmla="*/ 6306 w 526644"/>
              <a:gd name="connsiteY5" fmla="*/ 174522 h 745480"/>
              <a:gd name="connsiteX6" fmla="*/ 10256 w 526644"/>
              <a:gd name="connsiteY6" fmla="*/ 171255 h 745480"/>
              <a:gd name="connsiteX7" fmla="*/ 189837 w 526644"/>
              <a:gd name="connsiteY7" fmla="*/ 230187 h 745480"/>
              <a:gd name="connsiteX8" fmla="*/ 191159 w 526644"/>
              <a:gd name="connsiteY8" fmla="*/ 231913 h 745480"/>
              <a:gd name="connsiteX9" fmla="*/ 193244 w 526644"/>
              <a:gd name="connsiteY9" fmla="*/ 231798 h 745480"/>
              <a:gd name="connsiteX10" fmla="*/ 229773 w 526644"/>
              <a:gd name="connsiteY10" fmla="*/ 244403 h 745480"/>
              <a:gd name="connsiteX11" fmla="*/ 179363 w 526644"/>
              <a:gd name="connsiteY11" fmla="*/ 171362 h 745480"/>
              <a:gd name="connsiteX12" fmla="*/ 179251 w 526644"/>
              <a:gd name="connsiteY12" fmla="*/ 171376 h 745480"/>
              <a:gd name="connsiteX13" fmla="*/ 73086 w 526644"/>
              <a:gd name="connsiteY13" fmla="*/ 7064 h 745480"/>
              <a:gd name="connsiteX14" fmla="*/ 73635 w 526644"/>
              <a:gd name="connsiteY14" fmla="*/ 2241 h 745480"/>
              <a:gd name="connsiteX15" fmla="*/ 73827 w 526644"/>
              <a:gd name="connsiteY15" fmla="*/ 1936 h 745480"/>
              <a:gd name="connsiteX16" fmla="*/ 74332 w 526644"/>
              <a:gd name="connsiteY16" fmla="*/ 1372 h 745480"/>
              <a:gd name="connsiteX17" fmla="*/ 75218 w 526644"/>
              <a:gd name="connsiteY17" fmla="*/ 650 h 745480"/>
              <a:gd name="connsiteX18" fmla="*/ 76362 w 526644"/>
              <a:gd name="connsiteY18" fmla="*/ 241 h 745480"/>
              <a:gd name="connsiteX19" fmla="*/ 76419 w 526644"/>
              <a:gd name="connsiteY19" fmla="*/ 236 h 745480"/>
              <a:gd name="connsiteX20" fmla="*/ 79431 w 526644"/>
              <a:gd name="connsiteY20" fmla="*/ 302 h 745480"/>
              <a:gd name="connsiteX21" fmla="*/ 187366 w 526644"/>
              <a:gd name="connsiteY21" fmla="*/ 162663 h 745480"/>
              <a:gd name="connsiteX22" fmla="*/ 186592 w 526644"/>
              <a:gd name="connsiteY22" fmla="*/ 164902 h 745480"/>
              <a:gd name="connsiteX23" fmla="*/ 259199 w 526644"/>
              <a:gd name="connsiteY23" fmla="*/ 275982 h 745480"/>
              <a:gd name="connsiteX24" fmla="*/ 270520 w 526644"/>
              <a:gd name="connsiteY24" fmla="*/ 235515 h 745480"/>
              <a:gd name="connsiteX25" fmla="*/ 271587 w 526644"/>
              <a:gd name="connsiteY25" fmla="*/ 233358 h 745480"/>
              <a:gd name="connsiteX26" fmla="*/ 271439 w 526644"/>
              <a:gd name="connsiteY26" fmla="*/ 233035 h 745480"/>
              <a:gd name="connsiteX27" fmla="*/ 293514 w 526644"/>
              <a:gd name="connsiteY27" fmla="*/ 36803 h 745480"/>
              <a:gd name="connsiteX28" fmla="*/ 300380 w 526644"/>
              <a:gd name="connsiteY28" fmla="*/ 34803 h 745480"/>
              <a:gd name="connsiteX29" fmla="*/ 307416 w 526644"/>
              <a:gd name="connsiteY29" fmla="*/ 36923 h 745480"/>
              <a:gd name="connsiteX30" fmla="*/ 280250 w 526644"/>
              <a:gd name="connsiteY30" fmla="*/ 238417 h 745480"/>
              <a:gd name="connsiteX31" fmla="*/ 279521 w 526644"/>
              <a:gd name="connsiteY31" fmla="*/ 239007 h 745480"/>
              <a:gd name="connsiteX32" fmla="*/ 266572 w 526644"/>
              <a:gd name="connsiteY32" fmla="*/ 285320 h 745480"/>
              <a:gd name="connsiteX33" fmla="*/ 265451 w 526644"/>
              <a:gd name="connsiteY33" fmla="*/ 287484 h 745480"/>
              <a:gd name="connsiteX34" fmla="*/ 304909 w 526644"/>
              <a:gd name="connsiteY34" fmla="*/ 372836 h 745480"/>
              <a:gd name="connsiteX35" fmla="*/ 305863 w 526644"/>
              <a:gd name="connsiteY35" fmla="*/ 375338 h 745480"/>
              <a:gd name="connsiteX36" fmla="*/ 318833 w 526644"/>
              <a:gd name="connsiteY36" fmla="*/ 309068 h 745480"/>
              <a:gd name="connsiteX37" fmla="*/ 321744 w 526644"/>
              <a:gd name="connsiteY37" fmla="*/ 306141 h 745480"/>
              <a:gd name="connsiteX38" fmla="*/ 321689 w 526644"/>
              <a:gd name="connsiteY38" fmla="*/ 305126 h 745480"/>
              <a:gd name="connsiteX39" fmla="*/ 423179 w 526644"/>
              <a:gd name="connsiteY39" fmla="*/ 137316 h 745480"/>
              <a:gd name="connsiteX40" fmla="*/ 426211 w 526644"/>
              <a:gd name="connsiteY40" fmla="*/ 136532 h 745480"/>
              <a:gd name="connsiteX41" fmla="*/ 433480 w 526644"/>
              <a:gd name="connsiteY41" fmla="*/ 139761 h 745480"/>
              <a:gd name="connsiteX42" fmla="*/ 326328 w 526644"/>
              <a:gd name="connsiteY42" fmla="*/ 319528 h 745480"/>
              <a:gd name="connsiteX43" fmla="*/ 315989 w 526644"/>
              <a:gd name="connsiteY43" fmla="*/ 398943 h 745480"/>
              <a:gd name="connsiteX44" fmla="*/ 315613 w 526644"/>
              <a:gd name="connsiteY44" fmla="*/ 401196 h 745480"/>
              <a:gd name="connsiteX45" fmla="*/ 346002 w 526644"/>
              <a:gd name="connsiteY45" fmla="*/ 506702 h 745480"/>
              <a:gd name="connsiteX46" fmla="*/ 378451 w 526644"/>
              <a:gd name="connsiteY46" fmla="*/ 451105 h 745480"/>
              <a:gd name="connsiteX47" fmla="*/ 378432 w 526644"/>
              <a:gd name="connsiteY47" fmla="*/ 450938 h 745480"/>
              <a:gd name="connsiteX48" fmla="*/ 457683 w 526644"/>
              <a:gd name="connsiteY48" fmla="*/ 279842 h 745480"/>
              <a:gd name="connsiteX49" fmla="*/ 461979 w 526644"/>
              <a:gd name="connsiteY49" fmla="*/ 278180 h 745480"/>
              <a:gd name="connsiteX50" fmla="*/ 470409 w 526644"/>
              <a:gd name="connsiteY50" fmla="*/ 278558 h 745480"/>
              <a:gd name="connsiteX51" fmla="*/ 458572 w 526644"/>
              <a:gd name="connsiteY51" fmla="*/ 391358 h 745480"/>
              <a:gd name="connsiteX52" fmla="*/ 381886 w 526644"/>
              <a:gd name="connsiteY52" fmla="*/ 462292 h 745480"/>
              <a:gd name="connsiteX53" fmla="*/ 381661 w 526644"/>
              <a:gd name="connsiteY53" fmla="*/ 462317 h 745480"/>
              <a:gd name="connsiteX54" fmla="*/ 350545 w 526644"/>
              <a:gd name="connsiteY54" fmla="*/ 524909 h 745480"/>
              <a:gd name="connsiteX55" fmla="*/ 350095 w 526644"/>
              <a:gd name="connsiteY55" fmla="*/ 525978 h 745480"/>
              <a:gd name="connsiteX56" fmla="*/ 362245 w 526644"/>
              <a:gd name="connsiteY56" fmla="*/ 605764 h 745480"/>
              <a:gd name="connsiteX57" fmla="*/ 364050 w 526644"/>
              <a:gd name="connsiteY57" fmla="*/ 625858 h 745480"/>
              <a:gd name="connsiteX58" fmla="*/ 413836 w 526644"/>
              <a:gd name="connsiteY58" fmla="*/ 571194 h 745480"/>
              <a:gd name="connsiteX59" fmla="*/ 415246 w 526644"/>
              <a:gd name="connsiteY59" fmla="*/ 564918 h 745480"/>
              <a:gd name="connsiteX60" fmla="*/ 515304 w 526644"/>
              <a:gd name="connsiteY60" fmla="*/ 415065 h 745480"/>
              <a:gd name="connsiteX61" fmla="*/ 517899 w 526644"/>
              <a:gd name="connsiteY61" fmla="*/ 413930 h 745480"/>
              <a:gd name="connsiteX62" fmla="*/ 526378 w 526644"/>
              <a:gd name="connsiteY62" fmla="*/ 416289 h 745480"/>
              <a:gd name="connsiteX63" fmla="*/ 425212 w 526644"/>
              <a:gd name="connsiteY63" fmla="*/ 574654 h 745480"/>
              <a:gd name="connsiteX64" fmla="*/ 423933 w 526644"/>
              <a:gd name="connsiteY64" fmla="*/ 575927 h 745480"/>
              <a:gd name="connsiteX65" fmla="*/ 366570 w 526644"/>
              <a:gd name="connsiteY65" fmla="*/ 641623 h 745480"/>
              <a:gd name="connsiteX66" fmla="*/ 365229 w 526644"/>
              <a:gd name="connsiteY66" fmla="*/ 643357 h 745480"/>
              <a:gd name="connsiteX67" fmla="*/ 365336 w 526644"/>
              <a:gd name="connsiteY67" fmla="*/ 741525 h 745480"/>
              <a:gd name="connsiteX68" fmla="*/ 355754 w 526644"/>
              <a:gd name="connsiteY68" fmla="*/ 739967 h 745480"/>
              <a:gd name="connsiteX69" fmla="*/ 356879 w 526644"/>
              <a:gd name="connsiteY69" fmla="*/ 703167 h 745480"/>
              <a:gd name="connsiteX70" fmla="*/ 355760 w 526644"/>
              <a:gd name="connsiteY70" fmla="*/ 701760 h 745480"/>
              <a:gd name="connsiteX71" fmla="*/ 306056 w 526644"/>
              <a:gd name="connsiteY71" fmla="*/ 652223 h 745480"/>
              <a:gd name="connsiteX72" fmla="*/ 141296 w 526644"/>
              <a:gd name="connsiteY72" fmla="*/ 606971 h 745480"/>
              <a:gd name="connsiteX73" fmla="*/ 143927 w 526644"/>
              <a:gd name="connsiteY73" fmla="*/ 599938 h 745480"/>
              <a:gd name="connsiteX74" fmla="*/ 147896 w 526644"/>
              <a:gd name="connsiteY74" fmla="*/ 596838 h 745480"/>
              <a:gd name="connsiteX75" fmla="*/ 306135 w 526644"/>
              <a:gd name="connsiteY75" fmla="*/ 642068 h 745480"/>
              <a:gd name="connsiteX76" fmla="*/ 307287 w 526644"/>
              <a:gd name="connsiteY76" fmla="*/ 642224 h 745480"/>
              <a:gd name="connsiteX77" fmla="*/ 356928 w 526644"/>
              <a:gd name="connsiteY77" fmla="*/ 683433 h 745480"/>
              <a:gd name="connsiteX78" fmla="*/ 350427 w 526644"/>
              <a:gd name="connsiteY78" fmla="*/ 588460 h 745480"/>
              <a:gd name="connsiteX79" fmla="*/ 350177 w 526644"/>
              <a:gd name="connsiteY79" fmla="*/ 588260 h 745480"/>
              <a:gd name="connsiteX80" fmla="*/ 292666 w 526644"/>
              <a:gd name="connsiteY80" fmla="*/ 545589 h 745480"/>
              <a:gd name="connsiteX81" fmla="*/ 101512 w 526644"/>
              <a:gd name="connsiteY81" fmla="*/ 520179 h 745480"/>
              <a:gd name="connsiteX82" fmla="*/ 103377 w 526644"/>
              <a:gd name="connsiteY82" fmla="*/ 511870 h 745480"/>
              <a:gd name="connsiteX83" fmla="*/ 107297 w 526644"/>
              <a:gd name="connsiteY83" fmla="*/ 507813 h 745480"/>
              <a:gd name="connsiteX84" fmla="*/ 294279 w 526644"/>
              <a:gd name="connsiteY84" fmla="*/ 534984 h 745480"/>
              <a:gd name="connsiteX85" fmla="*/ 295983 w 526644"/>
              <a:gd name="connsiteY85" fmla="*/ 536553 h 745480"/>
              <a:gd name="connsiteX86" fmla="*/ 347615 w 526644"/>
              <a:gd name="connsiteY86" fmla="*/ 568531 h 745480"/>
              <a:gd name="connsiteX87" fmla="*/ 335512 w 526644"/>
              <a:gd name="connsiteY87" fmla="*/ 503649 h 745480"/>
              <a:gd name="connsiteX88" fmla="*/ 326602 w 526644"/>
              <a:gd name="connsiteY88" fmla="*/ 468401 h 745480"/>
              <a:gd name="connsiteX89" fmla="*/ 324912 w 526644"/>
              <a:gd name="connsiteY89" fmla="*/ 466945 h 745480"/>
              <a:gd name="connsiteX90" fmla="*/ 267327 w 526644"/>
              <a:gd name="connsiteY90" fmla="*/ 428249 h 745480"/>
              <a:gd name="connsiteX91" fmla="*/ 265234 w 526644"/>
              <a:gd name="connsiteY91" fmla="*/ 430350 h 745480"/>
              <a:gd name="connsiteX92" fmla="*/ 77305 w 526644"/>
              <a:gd name="connsiteY92" fmla="*/ 416774 h 745480"/>
              <a:gd name="connsiteX93" fmla="*/ 74156 w 526644"/>
              <a:gd name="connsiteY93" fmla="*/ 407711 h 745480"/>
              <a:gd name="connsiteX94" fmla="*/ 75426 w 526644"/>
              <a:gd name="connsiteY94" fmla="*/ 407401 h 745480"/>
              <a:gd name="connsiteX95" fmla="*/ 78128 w 526644"/>
              <a:gd name="connsiteY95" fmla="*/ 406707 h 745480"/>
              <a:gd name="connsiteX96" fmla="*/ 263377 w 526644"/>
              <a:gd name="connsiteY96" fmla="*/ 415474 h 745480"/>
              <a:gd name="connsiteX97" fmla="*/ 266043 w 526644"/>
              <a:gd name="connsiteY97" fmla="*/ 418072 h 745480"/>
              <a:gd name="connsiteX98" fmla="*/ 320611 w 526644"/>
              <a:gd name="connsiteY98" fmla="*/ 447347 h 745480"/>
              <a:gd name="connsiteX99" fmla="*/ 289292 w 526644"/>
              <a:gd name="connsiteY99" fmla="*/ 360253 h 745480"/>
              <a:gd name="connsiteX100" fmla="*/ 286003 w 526644"/>
              <a:gd name="connsiteY100" fmla="*/ 359197 h 745480"/>
              <a:gd name="connsiteX101" fmla="*/ 211179 w 526644"/>
              <a:gd name="connsiteY101" fmla="*/ 321997 h 745480"/>
              <a:gd name="connsiteX102" fmla="*/ 209333 w 526644"/>
              <a:gd name="connsiteY102" fmla="*/ 321179 h 745480"/>
              <a:gd name="connsiteX103" fmla="*/ 24891 w 526644"/>
              <a:gd name="connsiteY103" fmla="*/ 300136 h 745480"/>
              <a:gd name="connsiteX104" fmla="*/ 29198 w 526644"/>
              <a:gd name="connsiteY104" fmla="*/ 291841 h 745480"/>
              <a:gd name="connsiteX105" fmla="*/ 210899 w 526644"/>
              <a:gd name="connsiteY105" fmla="*/ 309614 h 745480"/>
              <a:gd name="connsiteX106" fmla="*/ 213434 w 526644"/>
              <a:gd name="connsiteY106" fmla="*/ 312568 h 745480"/>
              <a:gd name="connsiteX107" fmla="*/ 282039 w 526644"/>
              <a:gd name="connsiteY107" fmla="*/ 343706 h 745480"/>
              <a:gd name="connsiteX108" fmla="*/ 251990 w 526644"/>
              <a:gd name="connsiteY108" fmla="*/ 282662 h 745480"/>
              <a:gd name="connsiteX109" fmla="*/ 241791 w 526644"/>
              <a:gd name="connsiteY109" fmla="*/ 264570 h 745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526644" h="745480">
                <a:moveTo>
                  <a:pt x="241791" y="264570"/>
                </a:moveTo>
                <a:cubicBezTo>
                  <a:pt x="241310" y="264340"/>
                  <a:pt x="240839" y="264165"/>
                  <a:pt x="240337" y="263709"/>
                </a:cubicBezTo>
                <a:cubicBezTo>
                  <a:pt x="227863" y="252832"/>
                  <a:pt x="212828" y="245467"/>
                  <a:pt x="196659" y="242252"/>
                </a:cubicBezTo>
                <a:cubicBezTo>
                  <a:pt x="196495" y="244367"/>
                  <a:pt x="195241" y="246375"/>
                  <a:pt x="192621" y="246775"/>
                </a:cubicBezTo>
                <a:cubicBezTo>
                  <a:pt x="123424" y="256744"/>
                  <a:pt x="50828" y="232620"/>
                  <a:pt x="1508" y="182985"/>
                </a:cubicBezTo>
                <a:cubicBezTo>
                  <a:pt x="-2445" y="178996"/>
                  <a:pt x="2158" y="172369"/>
                  <a:pt x="6306" y="174522"/>
                </a:cubicBezTo>
                <a:cubicBezTo>
                  <a:pt x="6805" y="172879"/>
                  <a:pt x="8073" y="171494"/>
                  <a:pt x="10256" y="171255"/>
                </a:cubicBezTo>
                <a:cubicBezTo>
                  <a:pt x="75130" y="165275"/>
                  <a:pt x="141214" y="186883"/>
                  <a:pt x="189837" y="230187"/>
                </a:cubicBezTo>
                <a:cubicBezTo>
                  <a:pt x="190465" y="230742"/>
                  <a:pt x="190869" y="231320"/>
                  <a:pt x="191159" y="231913"/>
                </a:cubicBezTo>
                <a:cubicBezTo>
                  <a:pt x="191763" y="231732"/>
                  <a:pt x="192435" y="231660"/>
                  <a:pt x="193244" y="231798"/>
                </a:cubicBezTo>
                <a:cubicBezTo>
                  <a:pt x="206085" y="233622"/>
                  <a:pt x="218525" y="237981"/>
                  <a:pt x="229773" y="244403"/>
                </a:cubicBezTo>
                <a:cubicBezTo>
                  <a:pt x="214251" y="219179"/>
                  <a:pt x="197411" y="194836"/>
                  <a:pt x="179363" y="171362"/>
                </a:cubicBezTo>
                <a:cubicBezTo>
                  <a:pt x="179309" y="171368"/>
                  <a:pt x="179309" y="171368"/>
                  <a:pt x="179251" y="171376"/>
                </a:cubicBezTo>
                <a:cubicBezTo>
                  <a:pt x="112726" y="144714"/>
                  <a:pt x="70478" y="78379"/>
                  <a:pt x="73086" y="7064"/>
                </a:cubicBezTo>
                <a:cubicBezTo>
                  <a:pt x="72354" y="5558"/>
                  <a:pt x="72606" y="3714"/>
                  <a:pt x="73635" y="2241"/>
                </a:cubicBezTo>
                <a:cubicBezTo>
                  <a:pt x="73679" y="2123"/>
                  <a:pt x="73783" y="2055"/>
                  <a:pt x="73827" y="1936"/>
                </a:cubicBezTo>
                <a:cubicBezTo>
                  <a:pt x="73978" y="1750"/>
                  <a:pt x="74126" y="1563"/>
                  <a:pt x="74332" y="1372"/>
                </a:cubicBezTo>
                <a:cubicBezTo>
                  <a:pt x="74587" y="1116"/>
                  <a:pt x="74900" y="856"/>
                  <a:pt x="75218" y="650"/>
                </a:cubicBezTo>
                <a:cubicBezTo>
                  <a:pt x="75591" y="439"/>
                  <a:pt x="75978" y="340"/>
                  <a:pt x="76362" y="241"/>
                </a:cubicBezTo>
                <a:lnTo>
                  <a:pt x="76419" y="236"/>
                </a:lnTo>
                <a:cubicBezTo>
                  <a:pt x="77352" y="-36"/>
                  <a:pt x="78307" y="-143"/>
                  <a:pt x="79431" y="302"/>
                </a:cubicBezTo>
                <a:cubicBezTo>
                  <a:pt x="146906" y="24760"/>
                  <a:pt x="190462" y="91126"/>
                  <a:pt x="187366" y="162663"/>
                </a:cubicBezTo>
                <a:cubicBezTo>
                  <a:pt x="187297" y="163577"/>
                  <a:pt x="187033" y="164287"/>
                  <a:pt x="186592" y="164902"/>
                </a:cubicBezTo>
                <a:cubicBezTo>
                  <a:pt x="213678" y="199968"/>
                  <a:pt x="237881" y="237166"/>
                  <a:pt x="259199" y="275982"/>
                </a:cubicBezTo>
                <a:cubicBezTo>
                  <a:pt x="262933" y="262478"/>
                  <a:pt x="266724" y="248970"/>
                  <a:pt x="270520" y="235515"/>
                </a:cubicBezTo>
                <a:cubicBezTo>
                  <a:pt x="270715" y="234700"/>
                  <a:pt x="271145" y="233973"/>
                  <a:pt x="271587" y="233358"/>
                </a:cubicBezTo>
                <a:cubicBezTo>
                  <a:pt x="271573" y="233246"/>
                  <a:pt x="271508" y="233142"/>
                  <a:pt x="271439" y="233035"/>
                </a:cubicBezTo>
                <a:cubicBezTo>
                  <a:pt x="255970" y="167442"/>
                  <a:pt x="263980" y="97296"/>
                  <a:pt x="293514" y="36803"/>
                </a:cubicBezTo>
                <a:cubicBezTo>
                  <a:pt x="295006" y="33862"/>
                  <a:pt x="298147" y="33574"/>
                  <a:pt x="300380" y="34803"/>
                </a:cubicBezTo>
                <a:cubicBezTo>
                  <a:pt x="302684" y="33588"/>
                  <a:pt x="305946" y="33854"/>
                  <a:pt x="307416" y="36923"/>
                </a:cubicBezTo>
                <a:cubicBezTo>
                  <a:pt x="337814" y="102181"/>
                  <a:pt x="326780" y="183545"/>
                  <a:pt x="280250" y="238417"/>
                </a:cubicBezTo>
                <a:cubicBezTo>
                  <a:pt x="280050" y="238666"/>
                  <a:pt x="279784" y="238809"/>
                  <a:pt x="279521" y="239007"/>
                </a:cubicBezTo>
                <a:lnTo>
                  <a:pt x="266572" y="285320"/>
                </a:lnTo>
                <a:cubicBezTo>
                  <a:pt x="266378" y="286135"/>
                  <a:pt x="265947" y="286862"/>
                  <a:pt x="265451" y="287484"/>
                </a:cubicBezTo>
                <a:cubicBezTo>
                  <a:pt x="280108" y="315183"/>
                  <a:pt x="293322" y="343665"/>
                  <a:pt x="304909" y="372836"/>
                </a:cubicBezTo>
                <a:cubicBezTo>
                  <a:pt x="305282" y="373646"/>
                  <a:pt x="305548" y="374523"/>
                  <a:pt x="305863" y="375338"/>
                </a:cubicBezTo>
                <a:cubicBezTo>
                  <a:pt x="307133" y="352808"/>
                  <a:pt x="311498" y="330561"/>
                  <a:pt x="318833" y="309068"/>
                </a:cubicBezTo>
                <a:cubicBezTo>
                  <a:pt x="319445" y="307414"/>
                  <a:pt x="320534" y="306500"/>
                  <a:pt x="321744" y="306141"/>
                </a:cubicBezTo>
                <a:cubicBezTo>
                  <a:pt x="321763" y="305798"/>
                  <a:pt x="321615" y="305474"/>
                  <a:pt x="321689" y="305126"/>
                </a:cubicBezTo>
                <a:cubicBezTo>
                  <a:pt x="330385" y="238132"/>
                  <a:pt x="367918" y="176141"/>
                  <a:pt x="423179" y="137316"/>
                </a:cubicBezTo>
                <a:cubicBezTo>
                  <a:pt x="424238" y="136633"/>
                  <a:pt x="425239" y="136466"/>
                  <a:pt x="426211" y="136532"/>
                </a:cubicBezTo>
                <a:cubicBezTo>
                  <a:pt x="429019" y="134749"/>
                  <a:pt x="433362" y="135577"/>
                  <a:pt x="433480" y="139761"/>
                </a:cubicBezTo>
                <a:cubicBezTo>
                  <a:pt x="435737" y="214112"/>
                  <a:pt x="392784" y="286108"/>
                  <a:pt x="326328" y="319528"/>
                </a:cubicBezTo>
                <a:cubicBezTo>
                  <a:pt x="318370" y="345171"/>
                  <a:pt x="314801" y="372093"/>
                  <a:pt x="315989" y="398943"/>
                </a:cubicBezTo>
                <a:cubicBezTo>
                  <a:pt x="316024" y="399791"/>
                  <a:pt x="315882" y="400543"/>
                  <a:pt x="315613" y="401196"/>
                </a:cubicBezTo>
                <a:cubicBezTo>
                  <a:pt x="327952" y="435670"/>
                  <a:pt x="338058" y="470952"/>
                  <a:pt x="346002" y="506702"/>
                </a:cubicBezTo>
                <a:cubicBezTo>
                  <a:pt x="353175" y="486301"/>
                  <a:pt x="364143" y="467414"/>
                  <a:pt x="378451" y="451105"/>
                </a:cubicBezTo>
                <a:cubicBezTo>
                  <a:pt x="378446" y="451050"/>
                  <a:pt x="378438" y="450993"/>
                  <a:pt x="378432" y="450938"/>
                </a:cubicBezTo>
                <a:cubicBezTo>
                  <a:pt x="390395" y="388404"/>
                  <a:pt x="417712" y="329403"/>
                  <a:pt x="457683" y="279842"/>
                </a:cubicBezTo>
                <a:cubicBezTo>
                  <a:pt x="458929" y="278289"/>
                  <a:pt x="460478" y="277949"/>
                  <a:pt x="461979" y="278180"/>
                </a:cubicBezTo>
                <a:cubicBezTo>
                  <a:pt x="463949" y="274959"/>
                  <a:pt x="469240" y="274095"/>
                  <a:pt x="470409" y="278558"/>
                </a:cubicBezTo>
                <a:cubicBezTo>
                  <a:pt x="480424" y="316121"/>
                  <a:pt x="476724" y="356830"/>
                  <a:pt x="458572" y="391358"/>
                </a:cubicBezTo>
                <a:cubicBezTo>
                  <a:pt x="441973" y="422996"/>
                  <a:pt x="414626" y="448102"/>
                  <a:pt x="381886" y="462292"/>
                </a:cubicBezTo>
                <a:cubicBezTo>
                  <a:pt x="381773" y="462306"/>
                  <a:pt x="381719" y="462311"/>
                  <a:pt x="381661" y="462317"/>
                </a:cubicBezTo>
                <a:cubicBezTo>
                  <a:pt x="366886" y="480603"/>
                  <a:pt x="356141" y="502016"/>
                  <a:pt x="350545" y="524909"/>
                </a:cubicBezTo>
                <a:cubicBezTo>
                  <a:pt x="350419" y="525320"/>
                  <a:pt x="350226" y="525625"/>
                  <a:pt x="350095" y="525978"/>
                </a:cubicBezTo>
                <a:cubicBezTo>
                  <a:pt x="355315" y="552390"/>
                  <a:pt x="359477" y="578972"/>
                  <a:pt x="362245" y="605764"/>
                </a:cubicBezTo>
                <a:cubicBezTo>
                  <a:pt x="362919" y="612436"/>
                  <a:pt x="363487" y="619176"/>
                  <a:pt x="364050" y="625858"/>
                </a:cubicBezTo>
                <a:cubicBezTo>
                  <a:pt x="376545" y="604365"/>
                  <a:pt x="393542" y="585665"/>
                  <a:pt x="413836" y="571194"/>
                </a:cubicBezTo>
                <a:cubicBezTo>
                  <a:pt x="413951" y="570163"/>
                  <a:pt x="414763" y="566218"/>
                  <a:pt x="415246" y="564918"/>
                </a:cubicBezTo>
                <a:cubicBezTo>
                  <a:pt x="434936" y="507207"/>
                  <a:pt x="469676" y="455440"/>
                  <a:pt x="515304" y="415065"/>
                </a:cubicBezTo>
                <a:cubicBezTo>
                  <a:pt x="516187" y="414344"/>
                  <a:pt x="517060" y="414023"/>
                  <a:pt x="517899" y="413930"/>
                </a:cubicBezTo>
                <a:cubicBezTo>
                  <a:pt x="520362" y="411052"/>
                  <a:pt x="526079" y="411502"/>
                  <a:pt x="526378" y="416289"/>
                </a:cubicBezTo>
                <a:cubicBezTo>
                  <a:pt x="530367" y="485236"/>
                  <a:pt x="489230" y="549493"/>
                  <a:pt x="425212" y="574654"/>
                </a:cubicBezTo>
                <a:cubicBezTo>
                  <a:pt x="424869" y="575145"/>
                  <a:pt x="424463" y="575586"/>
                  <a:pt x="423933" y="575927"/>
                </a:cubicBezTo>
                <a:cubicBezTo>
                  <a:pt x="399319" y="592342"/>
                  <a:pt x="379409" y="614990"/>
                  <a:pt x="366570" y="641623"/>
                </a:cubicBezTo>
                <a:cubicBezTo>
                  <a:pt x="366197" y="642345"/>
                  <a:pt x="365748" y="642904"/>
                  <a:pt x="365229" y="643357"/>
                </a:cubicBezTo>
                <a:cubicBezTo>
                  <a:pt x="367111" y="676029"/>
                  <a:pt x="367193" y="708840"/>
                  <a:pt x="365336" y="741525"/>
                </a:cubicBezTo>
                <a:cubicBezTo>
                  <a:pt x="364996" y="747741"/>
                  <a:pt x="355417" y="746183"/>
                  <a:pt x="355754" y="739967"/>
                </a:cubicBezTo>
                <a:cubicBezTo>
                  <a:pt x="356456" y="727760"/>
                  <a:pt x="356755" y="715481"/>
                  <a:pt x="356879" y="703167"/>
                </a:cubicBezTo>
                <a:cubicBezTo>
                  <a:pt x="356442" y="702819"/>
                  <a:pt x="356053" y="702352"/>
                  <a:pt x="355760" y="701760"/>
                </a:cubicBezTo>
                <a:cubicBezTo>
                  <a:pt x="346246" y="679619"/>
                  <a:pt x="328338" y="661572"/>
                  <a:pt x="306056" y="652223"/>
                </a:cubicBezTo>
                <a:cubicBezTo>
                  <a:pt x="247859" y="666370"/>
                  <a:pt x="184090" y="648819"/>
                  <a:pt x="141296" y="606971"/>
                </a:cubicBezTo>
                <a:cubicBezTo>
                  <a:pt x="138438" y="604168"/>
                  <a:pt x="140863" y="600442"/>
                  <a:pt x="143927" y="599938"/>
                </a:cubicBezTo>
                <a:cubicBezTo>
                  <a:pt x="144489" y="598344"/>
                  <a:pt x="145759" y="597016"/>
                  <a:pt x="147896" y="596838"/>
                </a:cubicBezTo>
                <a:cubicBezTo>
                  <a:pt x="203907" y="592737"/>
                  <a:pt x="260732" y="609009"/>
                  <a:pt x="306135" y="642068"/>
                </a:cubicBezTo>
                <a:cubicBezTo>
                  <a:pt x="306533" y="642082"/>
                  <a:pt x="306931" y="642093"/>
                  <a:pt x="307287" y="642224"/>
                </a:cubicBezTo>
                <a:cubicBezTo>
                  <a:pt x="327730" y="650300"/>
                  <a:pt x="345256" y="664875"/>
                  <a:pt x="356928" y="683433"/>
                </a:cubicBezTo>
                <a:cubicBezTo>
                  <a:pt x="356563" y="651672"/>
                  <a:pt x="354338" y="620001"/>
                  <a:pt x="350427" y="588460"/>
                </a:cubicBezTo>
                <a:cubicBezTo>
                  <a:pt x="350364" y="588411"/>
                  <a:pt x="350246" y="588367"/>
                  <a:pt x="350177" y="588260"/>
                </a:cubicBezTo>
                <a:cubicBezTo>
                  <a:pt x="337438" y="567209"/>
                  <a:pt x="316617" y="551523"/>
                  <a:pt x="292666" y="545589"/>
                </a:cubicBezTo>
                <a:cubicBezTo>
                  <a:pt x="229712" y="570122"/>
                  <a:pt x="155846" y="560252"/>
                  <a:pt x="101512" y="520179"/>
                </a:cubicBezTo>
                <a:cubicBezTo>
                  <a:pt x="97869" y="517461"/>
                  <a:pt x="100028" y="512860"/>
                  <a:pt x="103377" y="511870"/>
                </a:cubicBezTo>
                <a:cubicBezTo>
                  <a:pt x="103742" y="510016"/>
                  <a:pt x="105025" y="508287"/>
                  <a:pt x="107297" y="507813"/>
                </a:cubicBezTo>
                <a:cubicBezTo>
                  <a:pt x="170426" y="494201"/>
                  <a:pt x="237654" y="504005"/>
                  <a:pt x="294279" y="534984"/>
                </a:cubicBezTo>
                <a:cubicBezTo>
                  <a:pt x="295006" y="535415"/>
                  <a:pt x="295579" y="535974"/>
                  <a:pt x="295983" y="536553"/>
                </a:cubicBezTo>
                <a:cubicBezTo>
                  <a:pt x="315950" y="541845"/>
                  <a:pt x="334072" y="553068"/>
                  <a:pt x="347615" y="568531"/>
                </a:cubicBezTo>
                <a:cubicBezTo>
                  <a:pt x="344378" y="546780"/>
                  <a:pt x="340414" y="525106"/>
                  <a:pt x="335512" y="503649"/>
                </a:cubicBezTo>
                <a:cubicBezTo>
                  <a:pt x="332796" y="491814"/>
                  <a:pt x="329809" y="480068"/>
                  <a:pt x="326602" y="468401"/>
                </a:cubicBezTo>
                <a:cubicBezTo>
                  <a:pt x="325999" y="468072"/>
                  <a:pt x="325384" y="467628"/>
                  <a:pt x="324912" y="466945"/>
                </a:cubicBezTo>
                <a:cubicBezTo>
                  <a:pt x="310952" y="447671"/>
                  <a:pt x="290342" y="433947"/>
                  <a:pt x="267327" y="428249"/>
                </a:cubicBezTo>
                <a:cubicBezTo>
                  <a:pt x="266852" y="429097"/>
                  <a:pt x="266254" y="429840"/>
                  <a:pt x="265234" y="430350"/>
                </a:cubicBezTo>
                <a:cubicBezTo>
                  <a:pt x="206049" y="460819"/>
                  <a:pt x="131547" y="454987"/>
                  <a:pt x="77305" y="416774"/>
                </a:cubicBezTo>
                <a:cubicBezTo>
                  <a:pt x="71586" y="417855"/>
                  <a:pt x="68275" y="409376"/>
                  <a:pt x="74156" y="407711"/>
                </a:cubicBezTo>
                <a:cubicBezTo>
                  <a:pt x="74598" y="407607"/>
                  <a:pt x="74985" y="407508"/>
                  <a:pt x="75426" y="407401"/>
                </a:cubicBezTo>
                <a:cubicBezTo>
                  <a:pt x="76216" y="406860"/>
                  <a:pt x="77157" y="406644"/>
                  <a:pt x="78128" y="406707"/>
                </a:cubicBezTo>
                <a:cubicBezTo>
                  <a:pt x="139148" y="390379"/>
                  <a:pt x="204151" y="393342"/>
                  <a:pt x="263377" y="415474"/>
                </a:cubicBezTo>
                <a:cubicBezTo>
                  <a:pt x="264850" y="415993"/>
                  <a:pt x="265695" y="416977"/>
                  <a:pt x="266043" y="418072"/>
                </a:cubicBezTo>
                <a:cubicBezTo>
                  <a:pt x="286647" y="422444"/>
                  <a:pt x="305679" y="432657"/>
                  <a:pt x="320611" y="447347"/>
                </a:cubicBezTo>
                <a:cubicBezTo>
                  <a:pt x="311756" y="417765"/>
                  <a:pt x="301255" y="388700"/>
                  <a:pt x="289292" y="360253"/>
                </a:cubicBezTo>
                <a:cubicBezTo>
                  <a:pt x="288227" y="360371"/>
                  <a:pt x="287064" y="360103"/>
                  <a:pt x="286003" y="359197"/>
                </a:cubicBezTo>
                <a:cubicBezTo>
                  <a:pt x="264493" y="340864"/>
                  <a:pt x="238817" y="327979"/>
                  <a:pt x="211179" y="321997"/>
                </a:cubicBezTo>
                <a:cubicBezTo>
                  <a:pt x="210428" y="321854"/>
                  <a:pt x="209824" y="321522"/>
                  <a:pt x="209333" y="321179"/>
                </a:cubicBezTo>
                <a:cubicBezTo>
                  <a:pt x="148697" y="344099"/>
                  <a:pt x="78822" y="336001"/>
                  <a:pt x="24891" y="300136"/>
                </a:cubicBezTo>
                <a:cubicBezTo>
                  <a:pt x="20305" y="297069"/>
                  <a:pt x="24551" y="290820"/>
                  <a:pt x="29198" y="291841"/>
                </a:cubicBezTo>
                <a:cubicBezTo>
                  <a:pt x="89636" y="275916"/>
                  <a:pt x="154705" y="282048"/>
                  <a:pt x="210899" y="309614"/>
                </a:cubicBezTo>
                <a:cubicBezTo>
                  <a:pt x="212279" y="310313"/>
                  <a:pt x="213080" y="311416"/>
                  <a:pt x="213434" y="312568"/>
                </a:cubicBezTo>
                <a:cubicBezTo>
                  <a:pt x="238186" y="318074"/>
                  <a:pt x="261629" y="328712"/>
                  <a:pt x="282039" y="343706"/>
                </a:cubicBezTo>
                <a:cubicBezTo>
                  <a:pt x="272792" y="322951"/>
                  <a:pt x="262844" y="302558"/>
                  <a:pt x="251990" y="282662"/>
                </a:cubicBezTo>
                <a:cubicBezTo>
                  <a:pt x="248662" y="276572"/>
                  <a:pt x="245280" y="270537"/>
                  <a:pt x="241791" y="264570"/>
                </a:cubicBezTo>
                <a:close/>
              </a:path>
            </a:pathLst>
          </a:cu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59" name="任意多边形: 形状 1358" descr="D:\51PPT模板网\51pptmoban.com\图片.jpg"/>
          <p:cNvSpPr/>
          <p:nvPr/>
        </p:nvSpPr>
        <p:spPr>
          <a:xfrm>
            <a:off x="4299229" y="5533738"/>
            <a:ext cx="1099463" cy="2306414"/>
          </a:xfrm>
          <a:custGeom>
            <a:avLst/>
            <a:gdLst>
              <a:gd name="connsiteX0" fmla="*/ 78840 w 343328"/>
              <a:gd name="connsiteY0" fmla="*/ 584241 h 720222"/>
              <a:gd name="connsiteX1" fmla="*/ 238491 w 343328"/>
              <a:gd name="connsiteY1" fmla="*/ 650645 h 720222"/>
              <a:gd name="connsiteX2" fmla="*/ 210168 w 343328"/>
              <a:gd name="connsiteY2" fmla="*/ 593858 h 720222"/>
              <a:gd name="connsiteX3" fmla="*/ 55967 w 343328"/>
              <a:gd name="connsiteY3" fmla="*/ 494782 h 720222"/>
              <a:gd name="connsiteX4" fmla="*/ 65201 w 343328"/>
              <a:gd name="connsiteY4" fmla="*/ 484089 h 720222"/>
              <a:gd name="connsiteX5" fmla="*/ 196180 w 343328"/>
              <a:gd name="connsiteY5" fmla="*/ 560279 h 720222"/>
              <a:gd name="connsiteX6" fmla="*/ 182835 w 343328"/>
              <a:gd name="connsiteY6" fmla="*/ 524283 h 720222"/>
              <a:gd name="connsiteX7" fmla="*/ 170186 w 343328"/>
              <a:gd name="connsiteY7" fmla="*/ 501350 h 720222"/>
              <a:gd name="connsiteX8" fmla="*/ 43889 w 343328"/>
              <a:gd name="connsiteY8" fmla="*/ 396710 h 720222"/>
              <a:gd name="connsiteX9" fmla="*/ 51457 w 343328"/>
              <a:gd name="connsiteY9" fmla="*/ 387666 h 720222"/>
              <a:gd name="connsiteX10" fmla="*/ 162381 w 343328"/>
              <a:gd name="connsiteY10" fmla="*/ 461054 h 720222"/>
              <a:gd name="connsiteX11" fmla="*/ 140447 w 343328"/>
              <a:gd name="connsiteY11" fmla="*/ 388936 h 720222"/>
              <a:gd name="connsiteX12" fmla="*/ 140364 w 343328"/>
              <a:gd name="connsiteY12" fmla="*/ 388851 h 720222"/>
              <a:gd name="connsiteX13" fmla="*/ 1111 w 343328"/>
              <a:gd name="connsiteY13" fmla="*/ 292982 h 720222"/>
              <a:gd name="connsiteX14" fmla="*/ 10227 w 343328"/>
              <a:gd name="connsiteY14" fmla="*/ 282933 h 720222"/>
              <a:gd name="connsiteX15" fmla="*/ 133967 w 343328"/>
              <a:gd name="connsiteY15" fmla="*/ 358903 h 720222"/>
              <a:gd name="connsiteX16" fmla="*/ 120783 w 343328"/>
              <a:gd name="connsiteY16" fmla="*/ 307246 h 720222"/>
              <a:gd name="connsiteX17" fmla="*/ 111791 w 343328"/>
              <a:gd name="connsiteY17" fmla="*/ 279142 h 720222"/>
              <a:gd name="connsiteX18" fmla="*/ 209 w 343328"/>
              <a:gd name="connsiteY18" fmla="*/ 154458 h 720222"/>
              <a:gd name="connsiteX19" fmla="*/ 10998 w 343328"/>
              <a:gd name="connsiteY19" fmla="*/ 147666 h 720222"/>
              <a:gd name="connsiteX20" fmla="*/ 104903 w 343328"/>
              <a:gd name="connsiteY20" fmla="*/ 237278 h 720222"/>
              <a:gd name="connsiteX21" fmla="*/ 94232 w 343328"/>
              <a:gd name="connsiteY21" fmla="*/ 183363 h 720222"/>
              <a:gd name="connsiteX22" fmla="*/ 101288 w 343328"/>
              <a:gd name="connsiteY22" fmla="*/ 3514 h 720222"/>
              <a:gd name="connsiteX23" fmla="*/ 113731 w 343328"/>
              <a:gd name="connsiteY23" fmla="*/ 4287 h 720222"/>
              <a:gd name="connsiteX24" fmla="*/ 106113 w 343328"/>
              <a:gd name="connsiteY24" fmla="*/ 180403 h 720222"/>
              <a:gd name="connsiteX25" fmla="*/ 129290 w 343328"/>
              <a:gd name="connsiteY25" fmla="*/ 298882 h 720222"/>
              <a:gd name="connsiteX26" fmla="*/ 193648 w 343328"/>
              <a:gd name="connsiteY26" fmla="*/ 161083 h 720222"/>
              <a:gd name="connsiteX27" fmla="*/ 205507 w 343328"/>
              <a:gd name="connsiteY27" fmla="*/ 166130 h 720222"/>
              <a:gd name="connsiteX28" fmla="*/ 139936 w 343328"/>
              <a:gd name="connsiteY28" fmla="*/ 334884 h 720222"/>
              <a:gd name="connsiteX29" fmla="*/ 138754 w 343328"/>
              <a:gd name="connsiteY29" fmla="*/ 335822 h 720222"/>
              <a:gd name="connsiteX30" fmla="*/ 157032 w 343328"/>
              <a:gd name="connsiteY30" fmla="*/ 403017 h 720222"/>
              <a:gd name="connsiteX31" fmla="*/ 165467 w 343328"/>
              <a:gd name="connsiteY31" fmla="*/ 433288 h 720222"/>
              <a:gd name="connsiteX32" fmla="*/ 235433 w 343328"/>
              <a:gd name="connsiteY32" fmla="*/ 300487 h 720222"/>
              <a:gd name="connsiteX33" fmla="*/ 245487 w 343328"/>
              <a:gd name="connsiteY33" fmla="*/ 308442 h 720222"/>
              <a:gd name="connsiteX34" fmla="*/ 177622 w 343328"/>
              <a:gd name="connsiteY34" fmla="*/ 471550 h 720222"/>
              <a:gd name="connsiteX35" fmla="*/ 211506 w 343328"/>
              <a:gd name="connsiteY35" fmla="*/ 570360 h 720222"/>
              <a:gd name="connsiteX36" fmla="*/ 269245 w 343328"/>
              <a:gd name="connsiteY36" fmla="*/ 399928 h 720222"/>
              <a:gd name="connsiteX37" fmla="*/ 278282 w 343328"/>
              <a:gd name="connsiteY37" fmla="*/ 402424 h 720222"/>
              <a:gd name="connsiteX38" fmla="*/ 278347 w 343328"/>
              <a:gd name="connsiteY38" fmla="*/ 402625 h 720222"/>
              <a:gd name="connsiteX39" fmla="*/ 278446 w 343328"/>
              <a:gd name="connsiteY39" fmla="*/ 403088 h 720222"/>
              <a:gd name="connsiteX40" fmla="*/ 278852 w 343328"/>
              <a:gd name="connsiteY40" fmla="*/ 404666 h 720222"/>
              <a:gd name="connsiteX41" fmla="*/ 226240 w 343328"/>
              <a:gd name="connsiteY41" fmla="*/ 593768 h 720222"/>
              <a:gd name="connsiteX42" fmla="*/ 227960 w 343328"/>
              <a:gd name="connsiteY42" fmla="*/ 607764 h 720222"/>
              <a:gd name="connsiteX43" fmla="*/ 247560 w 343328"/>
              <a:gd name="connsiteY43" fmla="*/ 645513 h 720222"/>
              <a:gd name="connsiteX44" fmla="*/ 264074 w 343328"/>
              <a:gd name="connsiteY44" fmla="*/ 577281 h 720222"/>
              <a:gd name="connsiteX45" fmla="*/ 334745 w 343328"/>
              <a:gd name="connsiteY45" fmla="*/ 499953 h 720222"/>
              <a:gd name="connsiteX46" fmla="*/ 343142 w 343328"/>
              <a:gd name="connsiteY46" fmla="*/ 507900 h 720222"/>
              <a:gd name="connsiteX47" fmla="*/ 262387 w 343328"/>
              <a:gd name="connsiteY47" fmla="*/ 670380 h 720222"/>
              <a:gd name="connsiteX48" fmla="*/ 291811 w 343328"/>
              <a:gd name="connsiteY48" fmla="*/ 712356 h 720222"/>
              <a:gd name="connsiteX49" fmla="*/ 283115 w 343328"/>
              <a:gd name="connsiteY49" fmla="*/ 718131 h 720222"/>
              <a:gd name="connsiteX50" fmla="*/ 253906 w 343328"/>
              <a:gd name="connsiteY50" fmla="*/ 676470 h 720222"/>
              <a:gd name="connsiteX51" fmla="*/ 71584 w 343328"/>
              <a:gd name="connsiteY51" fmla="*/ 596596 h 720222"/>
              <a:gd name="connsiteX52" fmla="*/ 78840 w 343328"/>
              <a:gd name="connsiteY52" fmla="*/ 584241 h 720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43328" h="720222">
                <a:moveTo>
                  <a:pt x="78840" y="584241"/>
                </a:moveTo>
                <a:cubicBezTo>
                  <a:pt x="136741" y="591952"/>
                  <a:pt x="191830" y="615645"/>
                  <a:pt x="238491" y="650645"/>
                </a:cubicBezTo>
                <a:cubicBezTo>
                  <a:pt x="228141" y="632197"/>
                  <a:pt x="218773" y="613209"/>
                  <a:pt x="210168" y="593858"/>
                </a:cubicBezTo>
                <a:cubicBezTo>
                  <a:pt x="147735" y="584104"/>
                  <a:pt x="90839" y="547493"/>
                  <a:pt x="55967" y="494782"/>
                </a:cubicBezTo>
                <a:cubicBezTo>
                  <a:pt x="53583" y="491208"/>
                  <a:pt x="56066" y="481791"/>
                  <a:pt x="65201" y="484089"/>
                </a:cubicBezTo>
                <a:cubicBezTo>
                  <a:pt x="114858" y="496598"/>
                  <a:pt x="159498" y="524763"/>
                  <a:pt x="196180" y="560279"/>
                </a:cubicBezTo>
                <a:cubicBezTo>
                  <a:pt x="191500" y="548357"/>
                  <a:pt x="187067" y="536350"/>
                  <a:pt x="182835" y="524283"/>
                </a:cubicBezTo>
                <a:cubicBezTo>
                  <a:pt x="180026" y="516215"/>
                  <a:pt x="172092" y="501607"/>
                  <a:pt x="170186" y="501350"/>
                </a:cubicBezTo>
                <a:cubicBezTo>
                  <a:pt x="112886" y="492780"/>
                  <a:pt x="63091" y="451248"/>
                  <a:pt x="43889" y="396710"/>
                </a:cubicBezTo>
                <a:cubicBezTo>
                  <a:pt x="43022" y="394236"/>
                  <a:pt x="42194" y="384138"/>
                  <a:pt x="51457" y="387666"/>
                </a:cubicBezTo>
                <a:cubicBezTo>
                  <a:pt x="93656" y="403834"/>
                  <a:pt x="132768" y="427247"/>
                  <a:pt x="162381" y="461054"/>
                </a:cubicBezTo>
                <a:cubicBezTo>
                  <a:pt x="155370" y="437817"/>
                  <a:pt x="140957" y="389981"/>
                  <a:pt x="140447" y="388936"/>
                </a:cubicBezTo>
                <a:cubicBezTo>
                  <a:pt x="140397" y="388952"/>
                  <a:pt x="140381" y="388903"/>
                  <a:pt x="140364" y="388851"/>
                </a:cubicBezTo>
                <a:cubicBezTo>
                  <a:pt x="80815" y="382341"/>
                  <a:pt x="34924" y="339421"/>
                  <a:pt x="1111" y="292982"/>
                </a:cubicBezTo>
                <a:cubicBezTo>
                  <a:pt x="-1588" y="289289"/>
                  <a:pt x="2395" y="281254"/>
                  <a:pt x="10227" y="282933"/>
                </a:cubicBezTo>
                <a:cubicBezTo>
                  <a:pt x="59018" y="293302"/>
                  <a:pt x="104481" y="318932"/>
                  <a:pt x="133967" y="358903"/>
                </a:cubicBezTo>
                <a:cubicBezTo>
                  <a:pt x="129479" y="341679"/>
                  <a:pt x="125107" y="324471"/>
                  <a:pt x="120783" y="307246"/>
                </a:cubicBezTo>
                <a:cubicBezTo>
                  <a:pt x="118441" y="298087"/>
                  <a:pt x="112584" y="279545"/>
                  <a:pt x="111791" y="279142"/>
                </a:cubicBezTo>
                <a:cubicBezTo>
                  <a:pt x="59591" y="254670"/>
                  <a:pt x="18816" y="209026"/>
                  <a:pt x="209" y="154458"/>
                </a:cubicBezTo>
                <a:cubicBezTo>
                  <a:pt x="-1196" y="150176"/>
                  <a:pt x="4719" y="144322"/>
                  <a:pt x="10998" y="147666"/>
                </a:cubicBezTo>
                <a:cubicBezTo>
                  <a:pt x="49990" y="168525"/>
                  <a:pt x="82903" y="199265"/>
                  <a:pt x="104903" y="237278"/>
                </a:cubicBezTo>
                <a:cubicBezTo>
                  <a:pt x="101540" y="220125"/>
                  <a:pt x="94690" y="184425"/>
                  <a:pt x="94232" y="183363"/>
                </a:cubicBezTo>
                <a:cubicBezTo>
                  <a:pt x="67332" y="126716"/>
                  <a:pt x="70193" y="57886"/>
                  <a:pt x="101288" y="3514"/>
                </a:cubicBezTo>
                <a:cubicBezTo>
                  <a:pt x="102741" y="1053"/>
                  <a:pt x="110784" y="-3350"/>
                  <a:pt x="113731" y="4287"/>
                </a:cubicBezTo>
                <a:cubicBezTo>
                  <a:pt x="135608" y="60926"/>
                  <a:pt x="131957" y="125493"/>
                  <a:pt x="106113" y="180403"/>
                </a:cubicBezTo>
                <a:cubicBezTo>
                  <a:pt x="111267" y="220352"/>
                  <a:pt x="119607" y="259756"/>
                  <a:pt x="129290" y="298882"/>
                </a:cubicBezTo>
                <a:cubicBezTo>
                  <a:pt x="131254" y="246835"/>
                  <a:pt x="154741" y="196171"/>
                  <a:pt x="193648" y="161083"/>
                </a:cubicBezTo>
                <a:cubicBezTo>
                  <a:pt x="199991" y="155363"/>
                  <a:pt x="205603" y="163231"/>
                  <a:pt x="205507" y="166130"/>
                </a:cubicBezTo>
                <a:cubicBezTo>
                  <a:pt x="202797" y="227852"/>
                  <a:pt x="179732" y="287533"/>
                  <a:pt x="139936" y="334884"/>
                </a:cubicBezTo>
                <a:cubicBezTo>
                  <a:pt x="139585" y="335328"/>
                  <a:pt x="139171" y="335575"/>
                  <a:pt x="138754" y="335822"/>
                </a:cubicBezTo>
                <a:cubicBezTo>
                  <a:pt x="144743" y="358292"/>
                  <a:pt x="150863" y="380663"/>
                  <a:pt x="157032" y="403017"/>
                </a:cubicBezTo>
                <a:cubicBezTo>
                  <a:pt x="159783" y="413090"/>
                  <a:pt x="162601" y="423199"/>
                  <a:pt x="165467" y="433288"/>
                </a:cubicBezTo>
                <a:cubicBezTo>
                  <a:pt x="166902" y="381472"/>
                  <a:pt x="192971" y="330953"/>
                  <a:pt x="235433" y="300487"/>
                </a:cubicBezTo>
                <a:cubicBezTo>
                  <a:pt x="239142" y="297837"/>
                  <a:pt x="244329" y="300879"/>
                  <a:pt x="245487" y="308442"/>
                </a:cubicBezTo>
                <a:cubicBezTo>
                  <a:pt x="254717" y="368897"/>
                  <a:pt x="223418" y="430890"/>
                  <a:pt x="177622" y="471550"/>
                </a:cubicBezTo>
                <a:cubicBezTo>
                  <a:pt x="177356" y="471748"/>
                  <a:pt x="198323" y="538226"/>
                  <a:pt x="211506" y="570360"/>
                </a:cubicBezTo>
                <a:cubicBezTo>
                  <a:pt x="206443" y="508652"/>
                  <a:pt x="227104" y="445841"/>
                  <a:pt x="269245" y="399928"/>
                </a:cubicBezTo>
                <a:cubicBezTo>
                  <a:pt x="272496" y="396381"/>
                  <a:pt x="277354" y="398924"/>
                  <a:pt x="278282" y="402424"/>
                </a:cubicBezTo>
                <a:cubicBezTo>
                  <a:pt x="278298" y="402474"/>
                  <a:pt x="278331" y="402572"/>
                  <a:pt x="278347" y="402625"/>
                </a:cubicBezTo>
                <a:cubicBezTo>
                  <a:pt x="278347" y="402789"/>
                  <a:pt x="278446" y="402924"/>
                  <a:pt x="278446" y="403088"/>
                </a:cubicBezTo>
                <a:cubicBezTo>
                  <a:pt x="278611" y="403587"/>
                  <a:pt x="278822" y="404067"/>
                  <a:pt x="278852" y="404666"/>
                </a:cubicBezTo>
                <a:cubicBezTo>
                  <a:pt x="281903" y="471339"/>
                  <a:pt x="263372" y="538300"/>
                  <a:pt x="226240" y="593768"/>
                </a:cubicBezTo>
                <a:cubicBezTo>
                  <a:pt x="225321" y="595172"/>
                  <a:pt x="226158" y="603942"/>
                  <a:pt x="227960" y="607764"/>
                </a:cubicBezTo>
                <a:cubicBezTo>
                  <a:pt x="234045" y="620604"/>
                  <a:pt x="240595" y="633182"/>
                  <a:pt x="247560" y="645513"/>
                </a:cubicBezTo>
                <a:cubicBezTo>
                  <a:pt x="246502" y="621924"/>
                  <a:pt x="252849" y="598223"/>
                  <a:pt x="264074" y="577281"/>
                </a:cubicBezTo>
                <a:cubicBezTo>
                  <a:pt x="280885" y="546124"/>
                  <a:pt x="307357" y="521729"/>
                  <a:pt x="334745" y="499953"/>
                </a:cubicBezTo>
                <a:cubicBezTo>
                  <a:pt x="338555" y="496938"/>
                  <a:pt x="344456" y="500134"/>
                  <a:pt x="343142" y="507900"/>
                </a:cubicBezTo>
                <a:cubicBezTo>
                  <a:pt x="332666" y="568308"/>
                  <a:pt x="302789" y="624209"/>
                  <a:pt x="262387" y="670380"/>
                </a:cubicBezTo>
                <a:cubicBezTo>
                  <a:pt x="271531" y="684809"/>
                  <a:pt x="281321" y="698863"/>
                  <a:pt x="291811" y="712356"/>
                </a:cubicBezTo>
                <a:cubicBezTo>
                  <a:pt x="295978" y="717665"/>
                  <a:pt x="287216" y="723406"/>
                  <a:pt x="283115" y="718131"/>
                </a:cubicBezTo>
                <a:cubicBezTo>
                  <a:pt x="272592" y="704706"/>
                  <a:pt x="262947" y="690767"/>
                  <a:pt x="253906" y="676470"/>
                </a:cubicBezTo>
                <a:cubicBezTo>
                  <a:pt x="184560" y="680782"/>
                  <a:pt x="115549" y="650294"/>
                  <a:pt x="71584" y="596596"/>
                </a:cubicBezTo>
                <a:cubicBezTo>
                  <a:pt x="69527" y="594023"/>
                  <a:pt x="67826" y="582779"/>
                  <a:pt x="78840" y="584241"/>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60" name="图形 4"/>
          <p:cNvGrpSpPr/>
          <p:nvPr/>
        </p:nvGrpSpPr>
        <p:grpSpPr>
          <a:xfrm>
            <a:off x="2308158" y="196480"/>
            <a:ext cx="1262356" cy="1464024"/>
            <a:chOff x="3601568" y="2383084"/>
            <a:chExt cx="538991" cy="625098"/>
          </a:xfrm>
          <a:solidFill>
            <a:srgbClr val="FF9B02"/>
          </a:solidFill>
        </p:grpSpPr>
        <p:sp>
          <p:nvSpPr>
            <p:cNvPr id="1361" name="任意多边形: 形状 1360"/>
            <p:cNvSpPr/>
            <p:nvPr/>
          </p:nvSpPr>
          <p:spPr>
            <a:xfrm>
              <a:off x="3772472" y="2383084"/>
              <a:ext cx="137369" cy="317583"/>
            </a:xfrm>
            <a:custGeom>
              <a:avLst/>
              <a:gdLst>
                <a:gd name="connsiteX0" fmla="*/ 124362 w 137369"/>
                <a:gd name="connsiteY0" fmla="*/ 310936 h 317583"/>
                <a:gd name="connsiteX1" fmla="*/ 51505 w 137369"/>
                <a:gd name="connsiteY1" fmla="*/ 66758 h 317583"/>
                <a:gd name="connsiteX2" fmla="*/ 2586 w 137369"/>
                <a:gd name="connsiteY2" fmla="*/ 11419 h 317583"/>
                <a:gd name="connsiteX3" fmla="*/ 1127 w 137369"/>
                <a:gd name="connsiteY3" fmla="*/ 2668 h 317583"/>
                <a:gd name="connsiteX4" fmla="*/ 9877 w 137369"/>
                <a:gd name="connsiteY4" fmla="*/ 1209 h 317583"/>
                <a:gd name="connsiteX5" fmla="*/ 133365 w 137369"/>
                <a:gd name="connsiteY5" fmla="*/ 236411 h 317583"/>
                <a:gd name="connsiteX6" fmla="*/ 136852 w 137369"/>
                <a:gd name="connsiteY6" fmla="*/ 312077 h 317583"/>
                <a:gd name="connsiteX7" fmla="*/ 124362 w 137369"/>
                <a:gd name="connsiteY7" fmla="*/ 310936 h 317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369" h="317583">
                  <a:moveTo>
                    <a:pt x="124362" y="310936"/>
                  </a:moveTo>
                  <a:cubicBezTo>
                    <a:pt x="128833" y="224410"/>
                    <a:pt x="102257" y="136885"/>
                    <a:pt x="51505" y="66758"/>
                  </a:cubicBezTo>
                  <a:cubicBezTo>
                    <a:pt x="37060" y="46796"/>
                    <a:pt x="20702" y="28136"/>
                    <a:pt x="2586" y="11419"/>
                  </a:cubicBezTo>
                  <a:cubicBezTo>
                    <a:pt x="79" y="9104"/>
                    <a:pt x="-983" y="5697"/>
                    <a:pt x="1127" y="2668"/>
                  </a:cubicBezTo>
                  <a:cubicBezTo>
                    <a:pt x="2877" y="156"/>
                    <a:pt x="7392" y="-1084"/>
                    <a:pt x="9877" y="1209"/>
                  </a:cubicBezTo>
                  <a:cubicBezTo>
                    <a:pt x="76397" y="62585"/>
                    <a:pt x="120387" y="146848"/>
                    <a:pt x="133365" y="236411"/>
                  </a:cubicBezTo>
                  <a:cubicBezTo>
                    <a:pt x="136992" y="261434"/>
                    <a:pt x="138158" y="286828"/>
                    <a:pt x="136852" y="312077"/>
                  </a:cubicBezTo>
                  <a:cubicBezTo>
                    <a:pt x="136438" y="320147"/>
                    <a:pt x="123945" y="318990"/>
                    <a:pt x="124362" y="310936"/>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2" name="任意多边形: 形状 1361"/>
            <p:cNvSpPr/>
            <p:nvPr/>
          </p:nvSpPr>
          <p:spPr>
            <a:xfrm>
              <a:off x="3846885" y="2688971"/>
              <a:ext cx="61994" cy="314395"/>
            </a:xfrm>
            <a:custGeom>
              <a:avLst/>
              <a:gdLst>
                <a:gd name="connsiteX0" fmla="*/ 35826 w 61994"/>
                <a:gd name="connsiteY0" fmla="*/ 244711 h 314395"/>
                <a:gd name="connsiteX1" fmla="*/ 18470 w 61994"/>
                <a:gd name="connsiteY1" fmla="*/ 311927 h 314395"/>
                <a:gd name="connsiteX2" fmla="*/ 8649 w 61994"/>
                <a:gd name="connsiteY2" fmla="*/ 304117 h 314395"/>
                <a:gd name="connsiteX3" fmla="*/ 10383 w 61994"/>
                <a:gd name="connsiteY3" fmla="*/ 180026 h 314395"/>
                <a:gd name="connsiteX4" fmla="*/ 16 w 61994"/>
                <a:gd name="connsiteY4" fmla="*/ 114573 h 314395"/>
                <a:gd name="connsiteX5" fmla="*/ 12825 w 61994"/>
                <a:gd name="connsiteY5" fmla="*/ 55904 h 314395"/>
                <a:gd name="connsiteX6" fmla="*/ 52269 w 61994"/>
                <a:gd name="connsiteY6" fmla="*/ 1531 h 314395"/>
                <a:gd name="connsiteX7" fmla="*/ 59785 w 61994"/>
                <a:gd name="connsiteY7" fmla="*/ 11574 h 314395"/>
                <a:gd name="connsiteX8" fmla="*/ 12438 w 61994"/>
                <a:gd name="connsiteY8" fmla="*/ 116109 h 314395"/>
                <a:gd name="connsiteX9" fmla="*/ 35826 w 61994"/>
                <a:gd name="connsiteY9" fmla="*/ 244711 h 314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94" h="314395">
                  <a:moveTo>
                    <a:pt x="35826" y="244711"/>
                  </a:moveTo>
                  <a:cubicBezTo>
                    <a:pt x="36891" y="268437"/>
                    <a:pt x="32628" y="292376"/>
                    <a:pt x="18470" y="311927"/>
                  </a:cubicBezTo>
                  <a:cubicBezTo>
                    <a:pt x="13732" y="318470"/>
                    <a:pt x="3915" y="310657"/>
                    <a:pt x="8649" y="304117"/>
                  </a:cubicBezTo>
                  <a:cubicBezTo>
                    <a:pt x="35003" y="267723"/>
                    <a:pt x="20739" y="219358"/>
                    <a:pt x="10383" y="180026"/>
                  </a:cubicBezTo>
                  <a:cubicBezTo>
                    <a:pt x="4732" y="158560"/>
                    <a:pt x="-326" y="136906"/>
                    <a:pt x="16" y="114573"/>
                  </a:cubicBezTo>
                  <a:cubicBezTo>
                    <a:pt x="326" y="94438"/>
                    <a:pt x="4817" y="74372"/>
                    <a:pt x="12825" y="55904"/>
                  </a:cubicBezTo>
                  <a:cubicBezTo>
                    <a:pt x="21844" y="35103"/>
                    <a:pt x="35346" y="16589"/>
                    <a:pt x="52269" y="1531"/>
                  </a:cubicBezTo>
                  <a:cubicBezTo>
                    <a:pt x="58309" y="-3843"/>
                    <a:pt x="65785" y="6239"/>
                    <a:pt x="59785" y="11574"/>
                  </a:cubicBezTo>
                  <a:cubicBezTo>
                    <a:pt x="30356" y="37755"/>
                    <a:pt x="12772" y="76723"/>
                    <a:pt x="12438" y="116109"/>
                  </a:cubicBezTo>
                  <a:cubicBezTo>
                    <a:pt x="12067" y="160209"/>
                    <a:pt x="33862" y="200872"/>
                    <a:pt x="35826" y="244711"/>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3" name="任意多边形: 形状 1362"/>
            <p:cNvSpPr/>
            <p:nvPr/>
          </p:nvSpPr>
          <p:spPr>
            <a:xfrm>
              <a:off x="3856004" y="2688671"/>
              <a:ext cx="87280" cy="319511"/>
            </a:xfrm>
            <a:custGeom>
              <a:avLst/>
              <a:gdLst>
                <a:gd name="connsiteX0" fmla="*/ 58672 w 87280"/>
                <a:gd name="connsiteY0" fmla="*/ 258959 h 319511"/>
                <a:gd name="connsiteX1" fmla="*/ 9955 w 87280"/>
                <a:gd name="connsiteY1" fmla="*/ 318183 h 319511"/>
                <a:gd name="connsiteX2" fmla="*/ 2439 w 87280"/>
                <a:gd name="connsiteY2" fmla="*/ 308140 h 319511"/>
                <a:gd name="connsiteX3" fmla="*/ 67384 w 87280"/>
                <a:gd name="connsiteY3" fmla="*/ 200472 h 319511"/>
                <a:gd name="connsiteX4" fmla="*/ 66907 w 87280"/>
                <a:gd name="connsiteY4" fmla="*/ 75489 h 319511"/>
                <a:gd name="connsiteX5" fmla="*/ 40446 w 87280"/>
                <a:gd name="connsiteY5" fmla="*/ 9992 h 319511"/>
                <a:gd name="connsiteX6" fmla="*/ 41708 w 87280"/>
                <a:gd name="connsiteY6" fmla="*/ 1211 h 319511"/>
                <a:gd name="connsiteX7" fmla="*/ 50489 w 87280"/>
                <a:gd name="connsiteY7" fmla="*/ 2473 h 319511"/>
                <a:gd name="connsiteX8" fmla="*/ 58672 w 87280"/>
                <a:gd name="connsiteY8" fmla="*/ 258959 h 3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280" h="319511">
                  <a:moveTo>
                    <a:pt x="58672" y="258959"/>
                  </a:moveTo>
                  <a:cubicBezTo>
                    <a:pt x="46591" y="281786"/>
                    <a:pt x="30485" y="302371"/>
                    <a:pt x="9955" y="318183"/>
                  </a:cubicBezTo>
                  <a:cubicBezTo>
                    <a:pt x="3547" y="323118"/>
                    <a:pt x="-3964" y="313072"/>
                    <a:pt x="2439" y="308140"/>
                  </a:cubicBezTo>
                  <a:cubicBezTo>
                    <a:pt x="36463" y="281937"/>
                    <a:pt x="57366" y="241614"/>
                    <a:pt x="67384" y="200472"/>
                  </a:cubicBezTo>
                  <a:cubicBezTo>
                    <a:pt x="77361" y="159499"/>
                    <a:pt x="77015" y="116401"/>
                    <a:pt x="66907" y="75489"/>
                  </a:cubicBezTo>
                  <a:cubicBezTo>
                    <a:pt x="61256" y="52619"/>
                    <a:pt x="52283" y="30361"/>
                    <a:pt x="40446" y="9992"/>
                  </a:cubicBezTo>
                  <a:cubicBezTo>
                    <a:pt x="38731" y="7041"/>
                    <a:pt x="38800" y="3442"/>
                    <a:pt x="41708" y="1211"/>
                  </a:cubicBezTo>
                  <a:cubicBezTo>
                    <a:pt x="44157" y="-665"/>
                    <a:pt x="48788" y="-448"/>
                    <a:pt x="50489" y="2473"/>
                  </a:cubicBezTo>
                  <a:cubicBezTo>
                    <a:pt x="95162" y="79346"/>
                    <a:pt x="100662" y="179621"/>
                    <a:pt x="58672" y="25895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4" name="任意多边形: 形状 1363"/>
            <p:cNvSpPr/>
            <p:nvPr/>
          </p:nvSpPr>
          <p:spPr>
            <a:xfrm>
              <a:off x="3882381" y="2689437"/>
              <a:ext cx="25796" cy="183877"/>
            </a:xfrm>
            <a:custGeom>
              <a:avLst/>
              <a:gdLst>
                <a:gd name="connsiteX0" fmla="*/ 13292 w 25796"/>
                <a:gd name="connsiteY0" fmla="*/ 179955 h 183877"/>
                <a:gd name="connsiteX1" fmla="*/ 13956 w 25796"/>
                <a:gd name="connsiteY1" fmla="*/ 3812 h 183877"/>
                <a:gd name="connsiteX2" fmla="*/ 25456 w 25796"/>
                <a:gd name="connsiteY2" fmla="*/ 8835 h 183877"/>
                <a:gd name="connsiteX3" fmla="*/ 24915 w 25796"/>
                <a:gd name="connsiteY3" fmla="*/ 175232 h 183877"/>
                <a:gd name="connsiteX4" fmla="*/ 13292 w 25796"/>
                <a:gd name="connsiteY4" fmla="*/ 179955 h 183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6" h="183877">
                  <a:moveTo>
                    <a:pt x="13292" y="179955"/>
                  </a:moveTo>
                  <a:cubicBezTo>
                    <a:pt x="-4670" y="122674"/>
                    <a:pt x="-4407" y="60952"/>
                    <a:pt x="13956" y="3812"/>
                  </a:cubicBezTo>
                  <a:cubicBezTo>
                    <a:pt x="16420" y="-3858"/>
                    <a:pt x="27908" y="1197"/>
                    <a:pt x="25456" y="8835"/>
                  </a:cubicBezTo>
                  <a:cubicBezTo>
                    <a:pt x="8204" y="62524"/>
                    <a:pt x="8045" y="121429"/>
                    <a:pt x="24915" y="175232"/>
                  </a:cubicBezTo>
                  <a:cubicBezTo>
                    <a:pt x="27321" y="182899"/>
                    <a:pt x="15712" y="187664"/>
                    <a:pt x="13292" y="179955"/>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5" name="任意多边形: 形状 1364"/>
            <p:cNvSpPr/>
            <p:nvPr/>
          </p:nvSpPr>
          <p:spPr>
            <a:xfrm>
              <a:off x="3759360" y="2601794"/>
              <a:ext cx="142043" cy="260440"/>
            </a:xfrm>
            <a:custGeom>
              <a:avLst/>
              <a:gdLst>
                <a:gd name="connsiteX0" fmla="*/ 94561 w 142043"/>
                <a:gd name="connsiteY0" fmla="*/ 111290 h 260440"/>
                <a:gd name="connsiteX1" fmla="*/ 20953 w 142043"/>
                <a:gd name="connsiteY1" fmla="*/ 195523 h 260440"/>
                <a:gd name="connsiteX2" fmla="*/ 16463 w 142043"/>
                <a:gd name="connsiteY2" fmla="*/ 251904 h 260440"/>
                <a:gd name="connsiteX3" fmla="*/ 4840 w 142043"/>
                <a:gd name="connsiteY3" fmla="*/ 256628 h 260440"/>
                <a:gd name="connsiteX4" fmla="*/ 31838 w 142043"/>
                <a:gd name="connsiteY4" fmla="*/ 156556 h 260440"/>
                <a:gd name="connsiteX5" fmla="*/ 110135 w 142043"/>
                <a:gd name="connsiteY5" fmla="*/ 68346 h 260440"/>
                <a:gd name="connsiteX6" fmla="*/ 129587 w 142043"/>
                <a:gd name="connsiteY6" fmla="*/ 5203 h 260440"/>
                <a:gd name="connsiteX7" fmla="*/ 142002 w 142043"/>
                <a:gd name="connsiteY7" fmla="*/ 6988 h 260440"/>
                <a:gd name="connsiteX8" fmla="*/ 94561 w 142043"/>
                <a:gd name="connsiteY8" fmla="*/ 111290 h 2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043" h="260440">
                  <a:moveTo>
                    <a:pt x="94561" y="111290"/>
                  </a:moveTo>
                  <a:cubicBezTo>
                    <a:pt x="69464" y="138659"/>
                    <a:pt x="36935" y="160970"/>
                    <a:pt x="20953" y="195523"/>
                  </a:cubicBezTo>
                  <a:cubicBezTo>
                    <a:pt x="12781" y="213192"/>
                    <a:pt x="9242" y="233308"/>
                    <a:pt x="16463" y="251904"/>
                  </a:cubicBezTo>
                  <a:cubicBezTo>
                    <a:pt x="19389" y="259439"/>
                    <a:pt x="7764" y="264163"/>
                    <a:pt x="4840" y="256628"/>
                  </a:cubicBezTo>
                  <a:cubicBezTo>
                    <a:pt x="-8863" y="221339"/>
                    <a:pt x="8548" y="183330"/>
                    <a:pt x="31838" y="156556"/>
                  </a:cubicBezTo>
                  <a:cubicBezTo>
                    <a:pt x="57800" y="126710"/>
                    <a:pt x="91036" y="103851"/>
                    <a:pt x="110135" y="68346"/>
                  </a:cubicBezTo>
                  <a:cubicBezTo>
                    <a:pt x="120690" y="48721"/>
                    <a:pt x="127241" y="27351"/>
                    <a:pt x="129587" y="5203"/>
                  </a:cubicBezTo>
                  <a:cubicBezTo>
                    <a:pt x="130437" y="-2832"/>
                    <a:pt x="142853" y="-1033"/>
                    <a:pt x="142002" y="6988"/>
                  </a:cubicBezTo>
                  <a:cubicBezTo>
                    <a:pt x="137876" y="45964"/>
                    <a:pt x="121006" y="82451"/>
                    <a:pt x="94561" y="11129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6" name="任意多边形: 形状 1365"/>
            <p:cNvSpPr/>
            <p:nvPr/>
          </p:nvSpPr>
          <p:spPr>
            <a:xfrm>
              <a:off x="3724488" y="2582491"/>
              <a:ext cx="171039" cy="283179"/>
            </a:xfrm>
            <a:custGeom>
              <a:avLst/>
              <a:gdLst>
                <a:gd name="connsiteX0" fmla="*/ 165751 w 171039"/>
                <a:gd name="connsiteY0" fmla="*/ 12499 h 283179"/>
                <a:gd name="connsiteX1" fmla="*/ 52479 w 171039"/>
                <a:gd name="connsiteY1" fmla="*/ 73162 h 283179"/>
                <a:gd name="connsiteX2" fmla="*/ 14131 w 171039"/>
                <a:gd name="connsiteY2" fmla="*/ 207549 h 283179"/>
                <a:gd name="connsiteX3" fmla="*/ 24520 w 171039"/>
                <a:gd name="connsiteY3" fmla="*/ 246746 h 283179"/>
                <a:gd name="connsiteX4" fmla="*/ 48268 w 171039"/>
                <a:gd name="connsiteY4" fmla="*/ 271292 h 283179"/>
                <a:gd name="connsiteX5" fmla="*/ 51505 w 171039"/>
                <a:gd name="connsiteY5" fmla="*/ 279552 h 283179"/>
                <a:gd name="connsiteX6" fmla="*/ 43242 w 171039"/>
                <a:gd name="connsiteY6" fmla="*/ 282789 h 283179"/>
                <a:gd name="connsiteX7" fmla="*/ 4648 w 171039"/>
                <a:gd name="connsiteY7" fmla="*/ 225360 h 283179"/>
                <a:gd name="connsiteX8" fmla="*/ 4034 w 171039"/>
                <a:gd name="connsiteY8" fmla="*/ 145462 h 283179"/>
                <a:gd name="connsiteX9" fmla="*/ 88401 w 171039"/>
                <a:gd name="connsiteY9" fmla="*/ 26223 h 283179"/>
                <a:gd name="connsiteX10" fmla="*/ 164171 w 171039"/>
                <a:gd name="connsiteY10" fmla="*/ 47 h 283179"/>
                <a:gd name="connsiteX11" fmla="*/ 165751 w 171039"/>
                <a:gd name="connsiteY11" fmla="*/ 12499 h 283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039" h="283179">
                  <a:moveTo>
                    <a:pt x="165751" y="12499"/>
                  </a:moveTo>
                  <a:cubicBezTo>
                    <a:pt x="122052" y="17461"/>
                    <a:pt x="80857" y="39538"/>
                    <a:pt x="52479" y="73162"/>
                  </a:cubicBezTo>
                  <a:cubicBezTo>
                    <a:pt x="21343" y="110055"/>
                    <a:pt x="7698" y="159831"/>
                    <a:pt x="14131" y="207549"/>
                  </a:cubicBezTo>
                  <a:cubicBezTo>
                    <a:pt x="15931" y="220905"/>
                    <a:pt x="19080" y="234374"/>
                    <a:pt x="24520" y="246746"/>
                  </a:cubicBezTo>
                  <a:cubicBezTo>
                    <a:pt x="29304" y="257623"/>
                    <a:pt x="36453" y="267688"/>
                    <a:pt x="48268" y="271292"/>
                  </a:cubicBezTo>
                  <a:cubicBezTo>
                    <a:pt x="51532" y="272288"/>
                    <a:pt x="52714" y="276694"/>
                    <a:pt x="51505" y="279552"/>
                  </a:cubicBezTo>
                  <a:cubicBezTo>
                    <a:pt x="50059" y="282967"/>
                    <a:pt x="46468" y="283774"/>
                    <a:pt x="43242" y="282789"/>
                  </a:cubicBezTo>
                  <a:cubicBezTo>
                    <a:pt x="19143" y="275440"/>
                    <a:pt x="9753" y="247355"/>
                    <a:pt x="4648" y="225360"/>
                  </a:cubicBezTo>
                  <a:cubicBezTo>
                    <a:pt x="-1406" y="199280"/>
                    <a:pt x="-1478" y="171643"/>
                    <a:pt x="4034" y="145462"/>
                  </a:cubicBezTo>
                  <a:cubicBezTo>
                    <a:pt x="14477" y="95848"/>
                    <a:pt x="45012" y="52517"/>
                    <a:pt x="88401" y="26223"/>
                  </a:cubicBezTo>
                  <a:cubicBezTo>
                    <a:pt x="111498" y="12224"/>
                    <a:pt x="137304" y="3098"/>
                    <a:pt x="164171" y="47"/>
                  </a:cubicBezTo>
                  <a:cubicBezTo>
                    <a:pt x="172200" y="-861"/>
                    <a:pt x="173777" y="11585"/>
                    <a:pt x="165751" y="1249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7" name="任意多边形: 形状 1366"/>
            <p:cNvSpPr/>
            <p:nvPr/>
          </p:nvSpPr>
          <p:spPr>
            <a:xfrm>
              <a:off x="3774749" y="2585781"/>
              <a:ext cx="119365" cy="138671"/>
            </a:xfrm>
            <a:custGeom>
              <a:avLst/>
              <a:gdLst>
                <a:gd name="connsiteX0" fmla="*/ 68598 w 119365"/>
                <a:gd name="connsiteY0" fmla="*/ 73205 h 138671"/>
                <a:gd name="connsiteX1" fmla="*/ 12592 w 119365"/>
                <a:gd name="connsiteY1" fmla="*/ 133599 h 138671"/>
                <a:gd name="connsiteX2" fmla="*/ 174 w 119365"/>
                <a:gd name="connsiteY2" fmla="*/ 131813 h 138671"/>
                <a:gd name="connsiteX3" fmla="*/ 53044 w 119365"/>
                <a:gd name="connsiteY3" fmla="*/ 68692 h 138671"/>
                <a:gd name="connsiteX4" fmla="*/ 106893 w 119365"/>
                <a:gd name="connsiteY4" fmla="*/ 5193 h 138671"/>
                <a:gd name="connsiteX5" fmla="*/ 119308 w 119365"/>
                <a:gd name="connsiteY5" fmla="*/ 6979 h 138671"/>
                <a:gd name="connsiteX6" fmla="*/ 68598 w 119365"/>
                <a:gd name="connsiteY6" fmla="*/ 73205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65" h="138671">
                  <a:moveTo>
                    <a:pt x="68598" y="73205"/>
                  </a:moveTo>
                  <a:cubicBezTo>
                    <a:pt x="46405" y="88614"/>
                    <a:pt x="19009" y="105188"/>
                    <a:pt x="12592" y="133599"/>
                  </a:cubicBezTo>
                  <a:cubicBezTo>
                    <a:pt x="10826" y="141423"/>
                    <a:pt x="-1606" y="139703"/>
                    <a:pt x="174" y="131813"/>
                  </a:cubicBezTo>
                  <a:cubicBezTo>
                    <a:pt x="6653" y="103117"/>
                    <a:pt x="29993" y="84565"/>
                    <a:pt x="53044" y="68692"/>
                  </a:cubicBezTo>
                  <a:cubicBezTo>
                    <a:pt x="75798" y="53023"/>
                    <a:pt x="103167" y="35096"/>
                    <a:pt x="106893" y="5193"/>
                  </a:cubicBezTo>
                  <a:cubicBezTo>
                    <a:pt x="107891" y="-2823"/>
                    <a:pt x="120310" y="-1037"/>
                    <a:pt x="119308" y="6979"/>
                  </a:cubicBezTo>
                  <a:cubicBezTo>
                    <a:pt x="115600" y="36753"/>
                    <a:pt x="91775" y="57111"/>
                    <a:pt x="68598" y="73205"/>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8" name="任意多边形: 形状 1367"/>
            <p:cNvSpPr/>
            <p:nvPr/>
          </p:nvSpPr>
          <p:spPr>
            <a:xfrm>
              <a:off x="3896668" y="2610224"/>
              <a:ext cx="152105" cy="244790"/>
            </a:xfrm>
            <a:custGeom>
              <a:avLst/>
              <a:gdLst>
                <a:gd name="connsiteX0" fmla="*/ 139375 w 152105"/>
                <a:gd name="connsiteY0" fmla="*/ 237794 h 244790"/>
                <a:gd name="connsiteX1" fmla="*/ 110056 w 152105"/>
                <a:gd name="connsiteY1" fmla="*/ 138314 h 244790"/>
                <a:gd name="connsiteX2" fmla="*/ 29650 w 152105"/>
                <a:gd name="connsiteY2" fmla="*/ 59354 h 244790"/>
                <a:gd name="connsiteX3" fmla="*/ 317 w 152105"/>
                <a:gd name="connsiteY3" fmla="*/ 8597 h 244790"/>
                <a:gd name="connsiteX4" fmla="*/ 3765 w 152105"/>
                <a:gd name="connsiteY4" fmla="*/ 422 h 244790"/>
                <a:gd name="connsiteX5" fmla="*/ 11940 w 152105"/>
                <a:gd name="connsiteY5" fmla="*/ 3870 h 244790"/>
                <a:gd name="connsiteX6" fmla="*/ 78950 w 152105"/>
                <a:gd name="connsiteY6" fmla="*/ 88550 h 244790"/>
                <a:gd name="connsiteX7" fmla="*/ 119671 w 152105"/>
                <a:gd name="connsiteY7" fmla="*/ 130214 h 244790"/>
                <a:gd name="connsiteX8" fmla="*/ 144507 w 152105"/>
                <a:gd name="connsiteY8" fmla="*/ 179169 h 244790"/>
                <a:gd name="connsiteX9" fmla="*/ 151793 w 152105"/>
                <a:gd name="connsiteY9" fmla="*/ 239579 h 244790"/>
                <a:gd name="connsiteX10" fmla="*/ 139375 w 152105"/>
                <a:gd name="connsiteY10" fmla="*/ 237794 h 24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105" h="244790">
                  <a:moveTo>
                    <a:pt x="139375" y="237794"/>
                  </a:moveTo>
                  <a:cubicBezTo>
                    <a:pt x="141504" y="202555"/>
                    <a:pt x="130962" y="166761"/>
                    <a:pt x="110056" y="138314"/>
                  </a:cubicBezTo>
                  <a:cubicBezTo>
                    <a:pt x="87641" y="107815"/>
                    <a:pt x="54695" y="87431"/>
                    <a:pt x="29650" y="59354"/>
                  </a:cubicBezTo>
                  <a:cubicBezTo>
                    <a:pt x="16554" y="44672"/>
                    <a:pt x="5520" y="27728"/>
                    <a:pt x="317" y="8597"/>
                  </a:cubicBezTo>
                  <a:cubicBezTo>
                    <a:pt x="-578" y="5305"/>
                    <a:pt x="377" y="1843"/>
                    <a:pt x="3765" y="422"/>
                  </a:cubicBezTo>
                  <a:cubicBezTo>
                    <a:pt x="6598" y="-766"/>
                    <a:pt x="11051" y="608"/>
                    <a:pt x="11940" y="3870"/>
                  </a:cubicBezTo>
                  <a:cubicBezTo>
                    <a:pt x="21821" y="40195"/>
                    <a:pt x="51787" y="64780"/>
                    <a:pt x="78950" y="88550"/>
                  </a:cubicBezTo>
                  <a:cubicBezTo>
                    <a:pt x="93553" y="101328"/>
                    <a:pt x="108059" y="114572"/>
                    <a:pt x="119671" y="130214"/>
                  </a:cubicBezTo>
                  <a:cubicBezTo>
                    <a:pt x="130608" y="144947"/>
                    <a:pt x="139070" y="161648"/>
                    <a:pt x="144507" y="179169"/>
                  </a:cubicBezTo>
                  <a:cubicBezTo>
                    <a:pt x="150589" y="198763"/>
                    <a:pt x="153031" y="219104"/>
                    <a:pt x="151793" y="239579"/>
                  </a:cubicBezTo>
                  <a:cubicBezTo>
                    <a:pt x="151308" y="247639"/>
                    <a:pt x="138892" y="245809"/>
                    <a:pt x="139375" y="23779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9" name="任意多边形: 形状 1368"/>
            <p:cNvSpPr/>
            <p:nvPr/>
          </p:nvSpPr>
          <p:spPr>
            <a:xfrm>
              <a:off x="3882102" y="2580322"/>
              <a:ext cx="207898" cy="271413"/>
            </a:xfrm>
            <a:custGeom>
              <a:avLst/>
              <a:gdLst>
                <a:gd name="connsiteX0" fmla="*/ 168971 w 207898"/>
                <a:gd name="connsiteY0" fmla="*/ 269372 h 271413"/>
                <a:gd name="connsiteX1" fmla="*/ 159150 w 207898"/>
                <a:gd name="connsiteY1" fmla="*/ 261562 h 271413"/>
                <a:gd name="connsiteX2" fmla="*/ 189844 w 207898"/>
                <a:gd name="connsiteY2" fmla="*/ 128615 h 271413"/>
                <a:gd name="connsiteX3" fmla="*/ 98882 w 207898"/>
                <a:gd name="connsiteY3" fmla="*/ 28242 h 271413"/>
                <a:gd name="connsiteX4" fmla="*/ 6878 w 207898"/>
                <a:gd name="connsiteY4" fmla="*/ 13286 h 271413"/>
                <a:gd name="connsiteX5" fmla="*/ 5301 w 207898"/>
                <a:gd name="connsiteY5" fmla="*/ 837 h 271413"/>
                <a:gd name="connsiteX6" fmla="*/ 157587 w 207898"/>
                <a:gd name="connsiteY6" fmla="*/ 53166 h 271413"/>
                <a:gd name="connsiteX7" fmla="*/ 206070 w 207898"/>
                <a:gd name="connsiteY7" fmla="*/ 192400 h 271413"/>
                <a:gd name="connsiteX8" fmla="*/ 168971 w 207898"/>
                <a:gd name="connsiteY8" fmla="*/ 269372 h 27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898" h="271413">
                  <a:moveTo>
                    <a:pt x="168971" y="269372"/>
                  </a:moveTo>
                  <a:cubicBezTo>
                    <a:pt x="163435" y="275154"/>
                    <a:pt x="153554" y="267410"/>
                    <a:pt x="159150" y="261562"/>
                  </a:cubicBezTo>
                  <a:cubicBezTo>
                    <a:pt x="192302" y="226932"/>
                    <a:pt x="203415" y="174325"/>
                    <a:pt x="189844" y="128615"/>
                  </a:cubicBezTo>
                  <a:cubicBezTo>
                    <a:pt x="176485" y="83613"/>
                    <a:pt x="141259" y="47310"/>
                    <a:pt x="98882" y="28242"/>
                  </a:cubicBezTo>
                  <a:cubicBezTo>
                    <a:pt x="70161" y="15318"/>
                    <a:pt x="38189" y="10411"/>
                    <a:pt x="6878" y="13286"/>
                  </a:cubicBezTo>
                  <a:cubicBezTo>
                    <a:pt x="-1157" y="14024"/>
                    <a:pt x="-2748" y="1575"/>
                    <a:pt x="5301" y="837"/>
                  </a:cubicBezTo>
                  <a:cubicBezTo>
                    <a:pt x="60785" y="-4257"/>
                    <a:pt x="117514" y="13985"/>
                    <a:pt x="157587" y="53166"/>
                  </a:cubicBezTo>
                  <a:cubicBezTo>
                    <a:pt x="194752" y="89506"/>
                    <a:pt x="214193" y="140526"/>
                    <a:pt x="206070" y="192400"/>
                  </a:cubicBezTo>
                  <a:cubicBezTo>
                    <a:pt x="201593" y="220990"/>
                    <a:pt x="189057" y="248389"/>
                    <a:pt x="168971" y="26937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0" name="任意多边形: 形状 1369"/>
            <p:cNvSpPr/>
            <p:nvPr/>
          </p:nvSpPr>
          <p:spPr>
            <a:xfrm>
              <a:off x="3892250" y="2595684"/>
              <a:ext cx="142811" cy="115350"/>
            </a:xfrm>
            <a:custGeom>
              <a:avLst/>
              <a:gdLst>
                <a:gd name="connsiteX0" fmla="*/ 131711 w 142811"/>
                <a:gd name="connsiteY0" fmla="*/ 112669 h 115350"/>
                <a:gd name="connsiteX1" fmla="*/ 3785 w 142811"/>
                <a:gd name="connsiteY1" fmla="*/ 11884 h 115350"/>
                <a:gd name="connsiteX2" fmla="*/ 8808 w 142811"/>
                <a:gd name="connsiteY2" fmla="*/ 384 h 115350"/>
                <a:gd name="connsiteX3" fmla="*/ 141754 w 142811"/>
                <a:gd name="connsiteY3" fmla="*/ 105152 h 115350"/>
                <a:gd name="connsiteX4" fmla="*/ 131711 w 142811"/>
                <a:gd name="connsiteY4" fmla="*/ 112669 h 11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11" h="115350">
                  <a:moveTo>
                    <a:pt x="131711" y="112669"/>
                  </a:moveTo>
                  <a:cubicBezTo>
                    <a:pt x="101802" y="65713"/>
                    <a:pt x="56432" y="29980"/>
                    <a:pt x="3785" y="11884"/>
                  </a:cubicBezTo>
                  <a:cubicBezTo>
                    <a:pt x="-3841" y="9264"/>
                    <a:pt x="1201" y="-2230"/>
                    <a:pt x="8808" y="384"/>
                  </a:cubicBezTo>
                  <a:cubicBezTo>
                    <a:pt x="63258" y="19101"/>
                    <a:pt x="110819" y="56590"/>
                    <a:pt x="141754" y="105152"/>
                  </a:cubicBezTo>
                  <a:cubicBezTo>
                    <a:pt x="146072" y="111931"/>
                    <a:pt x="136057" y="119494"/>
                    <a:pt x="131711" y="11266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1" name="任意多边形: 形状 1370"/>
            <p:cNvSpPr/>
            <p:nvPr/>
          </p:nvSpPr>
          <p:spPr>
            <a:xfrm>
              <a:off x="3662555" y="2493870"/>
              <a:ext cx="206414" cy="227217"/>
            </a:xfrm>
            <a:custGeom>
              <a:avLst/>
              <a:gdLst>
                <a:gd name="connsiteX0" fmla="*/ 205809 w 206414"/>
                <a:gd name="connsiteY0" fmla="*/ 8622 h 227217"/>
                <a:gd name="connsiteX1" fmla="*/ 99963 w 206414"/>
                <a:gd name="connsiteY1" fmla="*/ 76395 h 227217"/>
                <a:gd name="connsiteX2" fmla="*/ 46709 w 206414"/>
                <a:gd name="connsiteY2" fmla="*/ 108724 h 227217"/>
                <a:gd name="connsiteX3" fmla="*/ 18342 w 206414"/>
                <a:gd name="connsiteY3" fmla="*/ 156697 h 227217"/>
                <a:gd name="connsiteX4" fmla="*/ 15741 w 206414"/>
                <a:gd name="connsiteY4" fmla="*/ 220509 h 227217"/>
                <a:gd name="connsiteX5" fmla="*/ 3293 w 206414"/>
                <a:gd name="connsiteY5" fmla="*/ 222089 h 227217"/>
                <a:gd name="connsiteX6" fmla="*/ 28942 w 206414"/>
                <a:gd name="connsiteY6" fmla="*/ 110147 h 227217"/>
                <a:gd name="connsiteX7" fmla="*/ 76811 w 206414"/>
                <a:gd name="connsiteY7" fmla="*/ 72428 h 227217"/>
                <a:gd name="connsiteX8" fmla="*/ 141863 w 206414"/>
                <a:gd name="connsiteY8" fmla="*/ 47904 h 227217"/>
                <a:gd name="connsiteX9" fmla="*/ 194313 w 206414"/>
                <a:gd name="connsiteY9" fmla="*/ 3601 h 227217"/>
                <a:gd name="connsiteX10" fmla="*/ 205809 w 206414"/>
                <a:gd name="connsiteY10" fmla="*/ 8622 h 22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414" h="227217">
                  <a:moveTo>
                    <a:pt x="205809" y="8622"/>
                  </a:moveTo>
                  <a:cubicBezTo>
                    <a:pt x="186772" y="50491"/>
                    <a:pt x="139139" y="61820"/>
                    <a:pt x="99963" y="76395"/>
                  </a:cubicBezTo>
                  <a:cubicBezTo>
                    <a:pt x="80179" y="83755"/>
                    <a:pt x="61413" y="93252"/>
                    <a:pt x="46709" y="108724"/>
                  </a:cubicBezTo>
                  <a:cubicBezTo>
                    <a:pt x="33745" y="122363"/>
                    <a:pt x="24155" y="138817"/>
                    <a:pt x="18342" y="156697"/>
                  </a:cubicBezTo>
                  <a:cubicBezTo>
                    <a:pt x="11649" y="177285"/>
                    <a:pt x="10735" y="199466"/>
                    <a:pt x="15741" y="220509"/>
                  </a:cubicBezTo>
                  <a:cubicBezTo>
                    <a:pt x="17610" y="228366"/>
                    <a:pt x="5142" y="229863"/>
                    <a:pt x="3293" y="222089"/>
                  </a:cubicBezTo>
                  <a:cubicBezTo>
                    <a:pt x="-5905" y="183427"/>
                    <a:pt x="4648" y="141294"/>
                    <a:pt x="28942" y="110147"/>
                  </a:cubicBezTo>
                  <a:cubicBezTo>
                    <a:pt x="41703" y="93784"/>
                    <a:pt x="58099" y="81275"/>
                    <a:pt x="76811" y="72428"/>
                  </a:cubicBezTo>
                  <a:cubicBezTo>
                    <a:pt x="97812" y="62498"/>
                    <a:pt x="120515" y="56970"/>
                    <a:pt x="141863" y="47904"/>
                  </a:cubicBezTo>
                  <a:cubicBezTo>
                    <a:pt x="163177" y="38852"/>
                    <a:pt x="184402" y="25399"/>
                    <a:pt x="194313" y="3601"/>
                  </a:cubicBezTo>
                  <a:cubicBezTo>
                    <a:pt x="197646" y="-3734"/>
                    <a:pt x="209162" y="1248"/>
                    <a:pt x="205809" y="862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2" name="任意多边形: 形状 1371"/>
            <p:cNvSpPr/>
            <p:nvPr/>
          </p:nvSpPr>
          <p:spPr>
            <a:xfrm>
              <a:off x="3601568" y="2465683"/>
              <a:ext cx="258575" cy="257395"/>
            </a:xfrm>
            <a:custGeom>
              <a:avLst/>
              <a:gdLst>
                <a:gd name="connsiteX0" fmla="*/ 251410 w 258575"/>
                <a:gd name="connsiteY0" fmla="*/ 24988 h 257395"/>
                <a:gd name="connsiteX1" fmla="*/ 78564 w 258575"/>
                <a:gd name="connsiteY1" fmla="*/ 33736 h 257395"/>
                <a:gd name="connsiteX2" fmla="*/ 24888 w 258575"/>
                <a:gd name="connsiteY2" fmla="*/ 86987 h 257395"/>
                <a:gd name="connsiteX3" fmla="*/ 16809 w 258575"/>
                <a:gd name="connsiteY3" fmla="*/ 168535 h 257395"/>
                <a:gd name="connsiteX4" fmla="*/ 73415 w 258575"/>
                <a:gd name="connsiteY4" fmla="*/ 246299 h 257395"/>
                <a:gd name="connsiteX5" fmla="*/ 65605 w 258575"/>
                <a:gd name="connsiteY5" fmla="*/ 256120 h 257395"/>
                <a:gd name="connsiteX6" fmla="*/ 9153 w 258575"/>
                <a:gd name="connsiteY6" fmla="*/ 185084 h 257395"/>
                <a:gd name="connsiteX7" fmla="*/ 8201 w 258575"/>
                <a:gd name="connsiteY7" fmla="*/ 93215 h 257395"/>
                <a:gd name="connsiteX8" fmla="*/ 143468 w 258575"/>
                <a:gd name="connsiteY8" fmla="*/ 1180 h 257395"/>
                <a:gd name="connsiteX9" fmla="*/ 253199 w 258575"/>
                <a:gd name="connsiteY9" fmla="*/ 12570 h 257395"/>
                <a:gd name="connsiteX10" fmla="*/ 258515 w 258575"/>
                <a:gd name="connsiteY10" fmla="*/ 19672 h 257395"/>
                <a:gd name="connsiteX11" fmla="*/ 251410 w 258575"/>
                <a:gd name="connsiteY11" fmla="*/ 24988 h 257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8575" h="257395">
                  <a:moveTo>
                    <a:pt x="251410" y="24988"/>
                  </a:moveTo>
                  <a:cubicBezTo>
                    <a:pt x="195205" y="9819"/>
                    <a:pt x="131253" y="4154"/>
                    <a:pt x="78564" y="33736"/>
                  </a:cubicBezTo>
                  <a:cubicBezTo>
                    <a:pt x="56473" y="46141"/>
                    <a:pt x="36777" y="64433"/>
                    <a:pt x="24888" y="86987"/>
                  </a:cubicBezTo>
                  <a:cubicBezTo>
                    <a:pt x="11657" y="112088"/>
                    <a:pt x="9128" y="141262"/>
                    <a:pt x="16809" y="168535"/>
                  </a:cubicBezTo>
                  <a:cubicBezTo>
                    <a:pt x="25779" y="200386"/>
                    <a:pt x="46998" y="226937"/>
                    <a:pt x="73415" y="246299"/>
                  </a:cubicBezTo>
                  <a:cubicBezTo>
                    <a:pt x="79930" y="251072"/>
                    <a:pt x="72120" y="260895"/>
                    <a:pt x="65605" y="256120"/>
                  </a:cubicBezTo>
                  <a:cubicBezTo>
                    <a:pt x="40949" y="238050"/>
                    <a:pt x="20304" y="213762"/>
                    <a:pt x="9153" y="185084"/>
                  </a:cubicBezTo>
                  <a:cubicBezTo>
                    <a:pt x="-2248" y="155759"/>
                    <a:pt x="-3485" y="122641"/>
                    <a:pt x="8201" y="93215"/>
                  </a:cubicBezTo>
                  <a:cubicBezTo>
                    <a:pt x="29941" y="38477"/>
                    <a:pt x="87082" y="6900"/>
                    <a:pt x="143468" y="1180"/>
                  </a:cubicBezTo>
                  <a:cubicBezTo>
                    <a:pt x="180353" y="-2562"/>
                    <a:pt x="217598" y="2961"/>
                    <a:pt x="253199" y="12570"/>
                  </a:cubicBezTo>
                  <a:cubicBezTo>
                    <a:pt x="256496" y="13459"/>
                    <a:pt x="259001" y="16021"/>
                    <a:pt x="258515" y="19672"/>
                  </a:cubicBezTo>
                  <a:cubicBezTo>
                    <a:pt x="258107" y="22720"/>
                    <a:pt x="254680" y="25869"/>
                    <a:pt x="251410" y="2498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3" name="任意多边形: 形状 1372"/>
            <p:cNvSpPr/>
            <p:nvPr/>
          </p:nvSpPr>
          <p:spPr>
            <a:xfrm>
              <a:off x="3672969" y="2486463"/>
              <a:ext cx="192126" cy="80478"/>
            </a:xfrm>
            <a:custGeom>
              <a:avLst/>
              <a:gdLst>
                <a:gd name="connsiteX0" fmla="*/ 186824 w 192126"/>
                <a:gd name="connsiteY0" fmla="*/ 12452 h 80478"/>
                <a:gd name="connsiteX1" fmla="*/ 44816 w 192126"/>
                <a:gd name="connsiteY1" fmla="*/ 54508 h 80478"/>
                <a:gd name="connsiteX2" fmla="*/ 9873 w 192126"/>
                <a:gd name="connsiteY2" fmla="*/ 79073 h 80478"/>
                <a:gd name="connsiteX3" fmla="*/ 2357 w 192126"/>
                <a:gd name="connsiteY3" fmla="*/ 69030 h 80478"/>
                <a:gd name="connsiteX4" fmla="*/ 141355 w 192126"/>
                <a:gd name="connsiteY4" fmla="*/ 4883 h 80478"/>
                <a:gd name="connsiteX5" fmla="*/ 185244 w 192126"/>
                <a:gd name="connsiteY5" fmla="*/ 6 h 80478"/>
                <a:gd name="connsiteX6" fmla="*/ 186824 w 192126"/>
                <a:gd name="connsiteY6" fmla="*/ 12452 h 80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126" h="80478">
                  <a:moveTo>
                    <a:pt x="186824" y="12452"/>
                  </a:moveTo>
                  <a:cubicBezTo>
                    <a:pt x="136947" y="14364"/>
                    <a:pt x="87638" y="28774"/>
                    <a:pt x="44816" y="54508"/>
                  </a:cubicBezTo>
                  <a:cubicBezTo>
                    <a:pt x="32595" y="61851"/>
                    <a:pt x="20934" y="70078"/>
                    <a:pt x="9873" y="79073"/>
                  </a:cubicBezTo>
                  <a:cubicBezTo>
                    <a:pt x="3594" y="84178"/>
                    <a:pt x="-3903" y="74119"/>
                    <a:pt x="2357" y="69030"/>
                  </a:cubicBezTo>
                  <a:cubicBezTo>
                    <a:pt x="42422" y="36452"/>
                    <a:pt x="90614" y="14361"/>
                    <a:pt x="141355" y="4883"/>
                  </a:cubicBezTo>
                  <a:cubicBezTo>
                    <a:pt x="155847" y="2176"/>
                    <a:pt x="170515" y="571"/>
                    <a:pt x="185244" y="6"/>
                  </a:cubicBezTo>
                  <a:cubicBezTo>
                    <a:pt x="193265" y="-304"/>
                    <a:pt x="194891" y="12142"/>
                    <a:pt x="186824" y="1245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4" name="任意多边形: 形状 1373"/>
            <p:cNvSpPr/>
            <p:nvPr/>
          </p:nvSpPr>
          <p:spPr>
            <a:xfrm>
              <a:off x="3851735" y="2486398"/>
              <a:ext cx="281184" cy="158627"/>
            </a:xfrm>
            <a:custGeom>
              <a:avLst/>
              <a:gdLst>
                <a:gd name="connsiteX0" fmla="*/ 269201 w 281184"/>
                <a:gd name="connsiteY0" fmla="*/ 154730 h 158627"/>
                <a:gd name="connsiteX1" fmla="*/ 196784 w 281184"/>
                <a:gd name="connsiteY1" fmla="*/ 67745 h 158627"/>
                <a:gd name="connsiteX2" fmla="*/ 71178 w 281184"/>
                <a:gd name="connsiteY2" fmla="*/ 36583 h 158627"/>
                <a:gd name="connsiteX3" fmla="*/ 2612 w 281184"/>
                <a:gd name="connsiteY3" fmla="*/ 10895 h 158627"/>
                <a:gd name="connsiteX4" fmla="*/ 10422 w 281184"/>
                <a:gd name="connsiteY4" fmla="*/ 1075 h 158627"/>
                <a:gd name="connsiteX5" fmla="*/ 138449 w 281184"/>
                <a:gd name="connsiteY5" fmla="*/ 35477 h 158627"/>
                <a:gd name="connsiteX6" fmla="*/ 200610 w 281184"/>
                <a:gd name="connsiteY6" fmla="*/ 55604 h 158627"/>
                <a:gd name="connsiteX7" fmla="*/ 247651 w 281184"/>
                <a:gd name="connsiteY7" fmla="*/ 92646 h 158627"/>
                <a:gd name="connsiteX8" fmla="*/ 280824 w 281184"/>
                <a:gd name="connsiteY8" fmla="*/ 150003 h 158627"/>
                <a:gd name="connsiteX9" fmla="*/ 269201 w 281184"/>
                <a:gd name="connsiteY9" fmla="*/ 154730 h 15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184" h="158627">
                  <a:moveTo>
                    <a:pt x="269201" y="154730"/>
                  </a:moveTo>
                  <a:cubicBezTo>
                    <a:pt x="257013" y="118028"/>
                    <a:pt x="230904" y="86174"/>
                    <a:pt x="196784" y="67745"/>
                  </a:cubicBezTo>
                  <a:cubicBezTo>
                    <a:pt x="158187" y="46897"/>
                    <a:pt x="113327" y="45199"/>
                    <a:pt x="71178" y="36583"/>
                  </a:cubicBezTo>
                  <a:cubicBezTo>
                    <a:pt x="47010" y="31642"/>
                    <a:pt x="23523" y="24255"/>
                    <a:pt x="2612" y="10895"/>
                  </a:cubicBezTo>
                  <a:cubicBezTo>
                    <a:pt x="-4183" y="6556"/>
                    <a:pt x="3662" y="-3243"/>
                    <a:pt x="10422" y="1075"/>
                  </a:cubicBezTo>
                  <a:cubicBezTo>
                    <a:pt x="48434" y="25358"/>
                    <a:pt x="95392" y="27083"/>
                    <a:pt x="138449" y="35477"/>
                  </a:cubicBezTo>
                  <a:cubicBezTo>
                    <a:pt x="159835" y="39647"/>
                    <a:pt x="181257" y="45372"/>
                    <a:pt x="200610" y="55604"/>
                  </a:cubicBezTo>
                  <a:cubicBezTo>
                    <a:pt x="218414" y="65019"/>
                    <a:pt x="234267" y="77610"/>
                    <a:pt x="247651" y="92646"/>
                  </a:cubicBezTo>
                  <a:cubicBezTo>
                    <a:pt x="262426" y="109245"/>
                    <a:pt x="273821" y="128913"/>
                    <a:pt x="280824" y="150003"/>
                  </a:cubicBezTo>
                  <a:cubicBezTo>
                    <a:pt x="283362" y="157643"/>
                    <a:pt x="271750" y="162400"/>
                    <a:pt x="269201" y="15473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5" name="任意多边形: 形状 1374"/>
            <p:cNvSpPr/>
            <p:nvPr/>
          </p:nvSpPr>
          <p:spPr>
            <a:xfrm>
              <a:off x="3859113" y="2410470"/>
              <a:ext cx="281447" cy="235126"/>
            </a:xfrm>
            <a:custGeom>
              <a:avLst/>
              <a:gdLst>
                <a:gd name="connsiteX0" fmla="*/ 275653 w 281447"/>
                <a:gd name="connsiteY0" fmla="*/ 229750 h 235126"/>
                <a:gd name="connsiteX1" fmla="*/ 268550 w 281447"/>
                <a:gd name="connsiteY1" fmla="*/ 235066 h 235126"/>
                <a:gd name="connsiteX2" fmla="*/ 263234 w 281447"/>
                <a:gd name="connsiteY2" fmla="*/ 227964 h 235126"/>
                <a:gd name="connsiteX3" fmla="*/ 224102 w 281447"/>
                <a:gd name="connsiteY3" fmla="*/ 67813 h 235126"/>
                <a:gd name="connsiteX4" fmla="*/ 152639 w 281447"/>
                <a:gd name="connsiteY4" fmla="*/ 21697 h 235126"/>
                <a:gd name="connsiteX5" fmla="*/ 67394 w 281447"/>
                <a:gd name="connsiteY5" fmla="*/ 16521 h 235126"/>
                <a:gd name="connsiteX6" fmla="*/ 12763 w 281447"/>
                <a:gd name="connsiteY6" fmla="*/ 82783 h 235126"/>
                <a:gd name="connsiteX7" fmla="*/ 315 w 281447"/>
                <a:gd name="connsiteY7" fmla="*/ 84360 h 235126"/>
                <a:gd name="connsiteX8" fmla="*/ 45712 w 281447"/>
                <a:gd name="connsiteY8" fmla="*/ 11174 h 235126"/>
                <a:gd name="connsiteX9" fmla="*/ 138926 w 281447"/>
                <a:gd name="connsiteY9" fmla="*/ 4796 h 235126"/>
                <a:gd name="connsiteX10" fmla="*/ 271985 w 281447"/>
                <a:gd name="connsiteY10" fmla="*/ 125264 h 235126"/>
                <a:gd name="connsiteX11" fmla="*/ 275653 w 281447"/>
                <a:gd name="connsiteY11" fmla="*/ 229750 h 2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1447" h="235126">
                  <a:moveTo>
                    <a:pt x="275653" y="229750"/>
                  </a:moveTo>
                  <a:cubicBezTo>
                    <a:pt x="274786" y="233053"/>
                    <a:pt x="272185" y="235549"/>
                    <a:pt x="268550" y="235066"/>
                  </a:cubicBezTo>
                  <a:cubicBezTo>
                    <a:pt x="265481" y="234657"/>
                    <a:pt x="262375" y="231239"/>
                    <a:pt x="263234" y="227964"/>
                  </a:cubicBezTo>
                  <a:cubicBezTo>
                    <a:pt x="277888" y="172058"/>
                    <a:pt x="263388" y="110448"/>
                    <a:pt x="224102" y="67813"/>
                  </a:cubicBezTo>
                  <a:cubicBezTo>
                    <a:pt x="204697" y="46754"/>
                    <a:pt x="179662" y="30983"/>
                    <a:pt x="152639" y="21697"/>
                  </a:cubicBezTo>
                  <a:cubicBezTo>
                    <a:pt x="125811" y="12480"/>
                    <a:pt x="95081" y="9202"/>
                    <a:pt x="67394" y="16521"/>
                  </a:cubicBezTo>
                  <a:cubicBezTo>
                    <a:pt x="37754" y="24355"/>
                    <a:pt x="9458" y="49642"/>
                    <a:pt x="12763" y="82783"/>
                  </a:cubicBezTo>
                  <a:cubicBezTo>
                    <a:pt x="13564" y="90815"/>
                    <a:pt x="1119" y="92403"/>
                    <a:pt x="315" y="84360"/>
                  </a:cubicBezTo>
                  <a:cubicBezTo>
                    <a:pt x="-2840" y="52715"/>
                    <a:pt x="18104" y="24484"/>
                    <a:pt x="45712" y="11174"/>
                  </a:cubicBezTo>
                  <a:cubicBezTo>
                    <a:pt x="74162" y="-2542"/>
                    <a:pt x="108718" y="-2319"/>
                    <a:pt x="138926" y="4796"/>
                  </a:cubicBezTo>
                  <a:cubicBezTo>
                    <a:pt x="200579" y="19319"/>
                    <a:pt x="252198" y="64771"/>
                    <a:pt x="271985" y="125264"/>
                  </a:cubicBezTo>
                  <a:cubicBezTo>
                    <a:pt x="282988" y="158887"/>
                    <a:pt x="284639" y="195463"/>
                    <a:pt x="275653" y="22975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6" name="任意多边形: 形状 1375"/>
            <p:cNvSpPr/>
            <p:nvPr/>
          </p:nvSpPr>
          <p:spPr>
            <a:xfrm>
              <a:off x="3855795" y="2475567"/>
              <a:ext cx="214049" cy="48732"/>
            </a:xfrm>
            <a:custGeom>
              <a:avLst/>
              <a:gdLst>
                <a:gd name="connsiteX0" fmla="*/ 203653 w 214049"/>
                <a:gd name="connsiteY0" fmla="*/ 47622 h 48732"/>
                <a:gd name="connsiteX1" fmla="*/ 52053 w 214049"/>
                <a:gd name="connsiteY1" fmla="*/ 14742 h 48732"/>
                <a:gd name="connsiteX2" fmla="*/ 8565 w 214049"/>
                <a:gd name="connsiteY2" fmla="*/ 25833 h 48732"/>
                <a:gd name="connsiteX3" fmla="*/ 3841 w 214049"/>
                <a:gd name="connsiteY3" fmla="*/ 14210 h 48732"/>
                <a:gd name="connsiteX4" fmla="*/ 168702 w 214049"/>
                <a:gd name="connsiteY4" fmla="*/ 15719 h 48732"/>
                <a:gd name="connsiteX5" fmla="*/ 211466 w 214049"/>
                <a:gd name="connsiteY5" fmla="*/ 37802 h 48732"/>
                <a:gd name="connsiteX6" fmla="*/ 203653 w 214049"/>
                <a:gd name="connsiteY6" fmla="*/ 47622 h 4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049" h="48732">
                  <a:moveTo>
                    <a:pt x="203653" y="47622"/>
                  </a:moveTo>
                  <a:cubicBezTo>
                    <a:pt x="159348" y="18607"/>
                    <a:pt x="104352" y="7187"/>
                    <a:pt x="52053" y="14742"/>
                  </a:cubicBezTo>
                  <a:cubicBezTo>
                    <a:pt x="37179" y="16890"/>
                    <a:pt x="22654" y="20604"/>
                    <a:pt x="8565" y="25833"/>
                  </a:cubicBezTo>
                  <a:cubicBezTo>
                    <a:pt x="994" y="28642"/>
                    <a:pt x="-3738" y="17022"/>
                    <a:pt x="3841" y="14210"/>
                  </a:cubicBezTo>
                  <a:cubicBezTo>
                    <a:pt x="56700" y="-5407"/>
                    <a:pt x="116151" y="-4534"/>
                    <a:pt x="168702" y="15719"/>
                  </a:cubicBezTo>
                  <a:cubicBezTo>
                    <a:pt x="183724" y="21510"/>
                    <a:pt x="198002" y="28985"/>
                    <a:pt x="211466" y="37802"/>
                  </a:cubicBezTo>
                  <a:cubicBezTo>
                    <a:pt x="218211" y="42221"/>
                    <a:pt x="210374" y="52022"/>
                    <a:pt x="203653" y="4762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377" name="图形 4"/>
          <p:cNvGrpSpPr/>
          <p:nvPr/>
        </p:nvGrpSpPr>
        <p:grpSpPr>
          <a:xfrm>
            <a:off x="2677338" y="5121740"/>
            <a:ext cx="412930" cy="416435"/>
            <a:chOff x="3743206" y="3660700"/>
            <a:chExt cx="182458" cy="184007"/>
          </a:xfrm>
          <a:solidFill>
            <a:srgbClr val="3D5F7C"/>
          </a:solidFill>
        </p:grpSpPr>
        <p:sp>
          <p:nvSpPr>
            <p:cNvPr id="1378" name="任意多边形: 形状 1377"/>
            <p:cNvSpPr/>
            <p:nvPr/>
          </p:nvSpPr>
          <p:spPr>
            <a:xfrm>
              <a:off x="3743206" y="3721468"/>
              <a:ext cx="39305" cy="39601"/>
            </a:xfrm>
            <a:custGeom>
              <a:avLst/>
              <a:gdLst>
                <a:gd name="connsiteX0" fmla="*/ 2524 w 39305"/>
                <a:gd name="connsiteY0" fmla="*/ 26451 h 39601"/>
                <a:gd name="connsiteX1" fmla="*/ 4008 w 39305"/>
                <a:gd name="connsiteY1" fmla="*/ 28373 h 39601"/>
                <a:gd name="connsiteX2" fmla="*/ 6485 w 39305"/>
                <a:gd name="connsiteY2" fmla="*/ 34324 h 39601"/>
                <a:gd name="connsiteX3" fmla="*/ 38240 w 39305"/>
                <a:gd name="connsiteY3" fmla="*/ 26344 h 39601"/>
                <a:gd name="connsiteX4" fmla="*/ 19331 w 39305"/>
                <a:gd name="connsiteY4" fmla="*/ 1 h 39601"/>
                <a:gd name="connsiteX5" fmla="*/ 2524 w 39305"/>
                <a:gd name="connsiteY5" fmla="*/ 26451 h 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05" h="39601">
                  <a:moveTo>
                    <a:pt x="2524" y="26451"/>
                  </a:moveTo>
                  <a:cubicBezTo>
                    <a:pt x="2963" y="27136"/>
                    <a:pt x="3462" y="27775"/>
                    <a:pt x="4008" y="28373"/>
                  </a:cubicBezTo>
                  <a:cubicBezTo>
                    <a:pt x="3865" y="30395"/>
                    <a:pt x="4565" y="32507"/>
                    <a:pt x="6485" y="34324"/>
                  </a:cubicBezTo>
                  <a:cubicBezTo>
                    <a:pt x="16764" y="44037"/>
                    <a:pt x="33763" y="39747"/>
                    <a:pt x="38240" y="26344"/>
                  </a:cubicBezTo>
                  <a:cubicBezTo>
                    <a:pt x="42599" y="13289"/>
                    <a:pt x="33050" y="105"/>
                    <a:pt x="19331" y="1"/>
                  </a:cubicBezTo>
                  <a:cubicBezTo>
                    <a:pt x="6233" y="-98"/>
                    <a:pt x="-5250" y="14301"/>
                    <a:pt x="2524" y="2645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9" name="任意多边形: 形状 1378"/>
            <p:cNvSpPr/>
            <p:nvPr/>
          </p:nvSpPr>
          <p:spPr>
            <a:xfrm>
              <a:off x="3795080" y="3797629"/>
              <a:ext cx="31026" cy="30815"/>
            </a:xfrm>
            <a:custGeom>
              <a:avLst/>
              <a:gdLst>
                <a:gd name="connsiteX0" fmla="*/ 1750 w 31026"/>
                <a:gd name="connsiteY0" fmla="*/ 23319 h 30815"/>
                <a:gd name="connsiteX1" fmla="*/ 21608 w 31026"/>
                <a:gd name="connsiteY1" fmla="*/ 29368 h 30815"/>
                <a:gd name="connsiteX2" fmla="*/ 30513 w 31026"/>
                <a:gd name="connsiteY2" fmla="*/ 8980 h 30815"/>
                <a:gd name="connsiteX3" fmla="*/ 24387 w 31026"/>
                <a:gd name="connsiteY3" fmla="*/ 3452 h 30815"/>
                <a:gd name="connsiteX4" fmla="*/ 23287 w 31026"/>
                <a:gd name="connsiteY4" fmla="*/ 2196 h 30815"/>
                <a:gd name="connsiteX5" fmla="*/ 12443 w 31026"/>
                <a:gd name="connsiteY5" fmla="*/ 2451 h 30815"/>
                <a:gd name="connsiteX6" fmla="*/ 9453 w 31026"/>
                <a:gd name="connsiteY6" fmla="*/ 2953 h 30815"/>
                <a:gd name="connsiteX7" fmla="*/ 1750 w 31026"/>
                <a:gd name="connsiteY7" fmla="*/ 23319 h 30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26" h="30815">
                  <a:moveTo>
                    <a:pt x="1750" y="23319"/>
                  </a:moveTo>
                  <a:cubicBezTo>
                    <a:pt x="5668" y="30344"/>
                    <a:pt x="14454" y="32602"/>
                    <a:pt x="21608" y="29368"/>
                  </a:cubicBezTo>
                  <a:cubicBezTo>
                    <a:pt x="29498" y="25802"/>
                    <a:pt x="32288" y="16982"/>
                    <a:pt x="30513" y="8980"/>
                  </a:cubicBezTo>
                  <a:cubicBezTo>
                    <a:pt x="29865" y="6059"/>
                    <a:pt x="27248" y="4037"/>
                    <a:pt x="24387" y="3452"/>
                  </a:cubicBezTo>
                  <a:cubicBezTo>
                    <a:pt x="24075" y="3022"/>
                    <a:pt x="23715" y="2600"/>
                    <a:pt x="23287" y="2196"/>
                  </a:cubicBezTo>
                  <a:cubicBezTo>
                    <a:pt x="19661" y="-1230"/>
                    <a:pt x="15214" y="-259"/>
                    <a:pt x="12443" y="2451"/>
                  </a:cubicBezTo>
                  <a:cubicBezTo>
                    <a:pt x="11434" y="2501"/>
                    <a:pt x="10430" y="2662"/>
                    <a:pt x="9453" y="2953"/>
                  </a:cubicBezTo>
                  <a:cubicBezTo>
                    <a:pt x="1059" y="5455"/>
                    <a:pt x="-2386" y="15904"/>
                    <a:pt x="1750" y="23319"/>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0" name="任意多边形: 形状 1379"/>
            <p:cNvSpPr/>
            <p:nvPr/>
          </p:nvSpPr>
          <p:spPr>
            <a:xfrm>
              <a:off x="3793167" y="3752217"/>
              <a:ext cx="30268" cy="32543"/>
            </a:xfrm>
            <a:custGeom>
              <a:avLst/>
              <a:gdLst>
                <a:gd name="connsiteX0" fmla="*/ 1858 w 30268"/>
                <a:gd name="connsiteY0" fmla="*/ 14413 h 32543"/>
                <a:gd name="connsiteX1" fmla="*/ 1 w 30268"/>
                <a:gd name="connsiteY1" fmla="*/ 19724 h 32543"/>
                <a:gd name="connsiteX2" fmla="*/ 21716 w 30268"/>
                <a:gd name="connsiteY2" fmla="*/ 30373 h 32543"/>
                <a:gd name="connsiteX3" fmla="*/ 28070 w 30268"/>
                <a:gd name="connsiteY3" fmla="*/ 7160 h 32543"/>
                <a:gd name="connsiteX4" fmla="*/ 5076 w 30268"/>
                <a:gd name="connsiteY4" fmla="*/ 4258 h 32543"/>
                <a:gd name="connsiteX5" fmla="*/ 1858 w 30268"/>
                <a:gd name="connsiteY5" fmla="*/ 14413 h 32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8" h="32543">
                  <a:moveTo>
                    <a:pt x="1858" y="14413"/>
                  </a:moveTo>
                  <a:cubicBezTo>
                    <a:pt x="695" y="15713"/>
                    <a:pt x="-34" y="17486"/>
                    <a:pt x="1" y="19724"/>
                  </a:cubicBezTo>
                  <a:cubicBezTo>
                    <a:pt x="177" y="30996"/>
                    <a:pt x="12831" y="35651"/>
                    <a:pt x="21716" y="30373"/>
                  </a:cubicBezTo>
                  <a:cubicBezTo>
                    <a:pt x="29285" y="25877"/>
                    <a:pt x="32917" y="14880"/>
                    <a:pt x="28070" y="7160"/>
                  </a:cubicBezTo>
                  <a:cubicBezTo>
                    <a:pt x="23220" y="-562"/>
                    <a:pt x="11550" y="-2803"/>
                    <a:pt x="5076" y="4258"/>
                  </a:cubicBezTo>
                  <a:cubicBezTo>
                    <a:pt x="2429" y="7144"/>
                    <a:pt x="1466" y="10853"/>
                    <a:pt x="1858" y="1441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1" name="任意多边形: 形状 1380"/>
            <p:cNvSpPr/>
            <p:nvPr/>
          </p:nvSpPr>
          <p:spPr>
            <a:xfrm>
              <a:off x="3796741" y="3710251"/>
              <a:ext cx="29736" cy="27526"/>
            </a:xfrm>
            <a:custGeom>
              <a:avLst/>
              <a:gdLst>
                <a:gd name="connsiteX0" fmla="*/ 449 w 29736"/>
                <a:gd name="connsiteY0" fmla="*/ 9682 h 27526"/>
                <a:gd name="connsiteX1" fmla="*/ 7682 w 29736"/>
                <a:gd name="connsiteY1" fmla="*/ 25642 h 27526"/>
                <a:gd name="connsiteX2" fmla="*/ 25955 w 29736"/>
                <a:gd name="connsiteY2" fmla="*/ 24122 h 27526"/>
                <a:gd name="connsiteX3" fmla="*/ 27304 w 29736"/>
                <a:gd name="connsiteY3" fmla="*/ 11479 h 27526"/>
                <a:gd name="connsiteX4" fmla="*/ 24866 w 29736"/>
                <a:gd name="connsiteY4" fmla="*/ 8977 h 27526"/>
                <a:gd name="connsiteX5" fmla="*/ 24180 w 29736"/>
                <a:gd name="connsiteY5" fmla="*/ 8370 h 27526"/>
                <a:gd name="connsiteX6" fmla="*/ 15662 w 29736"/>
                <a:gd name="connsiteY6" fmla="*/ 366 h 27526"/>
                <a:gd name="connsiteX7" fmla="*/ 449 w 29736"/>
                <a:gd name="connsiteY7" fmla="*/ 9682 h 2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36" h="27526">
                  <a:moveTo>
                    <a:pt x="449" y="9682"/>
                  </a:moveTo>
                  <a:cubicBezTo>
                    <a:pt x="-1252" y="16054"/>
                    <a:pt x="2040" y="22492"/>
                    <a:pt x="7682" y="25642"/>
                  </a:cubicBezTo>
                  <a:cubicBezTo>
                    <a:pt x="13440" y="28857"/>
                    <a:pt x="20663" y="27699"/>
                    <a:pt x="25955" y="24122"/>
                  </a:cubicBezTo>
                  <a:cubicBezTo>
                    <a:pt x="30369" y="21134"/>
                    <a:pt x="31049" y="15322"/>
                    <a:pt x="27304" y="11479"/>
                  </a:cubicBezTo>
                  <a:cubicBezTo>
                    <a:pt x="26492" y="10645"/>
                    <a:pt x="25681" y="9811"/>
                    <a:pt x="24866" y="8977"/>
                  </a:cubicBezTo>
                  <a:cubicBezTo>
                    <a:pt x="24649" y="8755"/>
                    <a:pt x="24419" y="8557"/>
                    <a:pt x="24180" y="8370"/>
                  </a:cubicBezTo>
                  <a:cubicBezTo>
                    <a:pt x="22860" y="4566"/>
                    <a:pt x="19692" y="1392"/>
                    <a:pt x="15662" y="366"/>
                  </a:cubicBezTo>
                  <a:cubicBezTo>
                    <a:pt x="8961" y="-1341"/>
                    <a:pt x="2199" y="3117"/>
                    <a:pt x="449" y="9682"/>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2" name="任意多边形: 形状 1381"/>
            <p:cNvSpPr/>
            <p:nvPr/>
          </p:nvSpPr>
          <p:spPr>
            <a:xfrm>
              <a:off x="3871558" y="3673303"/>
              <a:ext cx="32710" cy="29780"/>
            </a:xfrm>
            <a:custGeom>
              <a:avLst/>
              <a:gdLst>
                <a:gd name="connsiteX0" fmla="*/ 3950 w 32710"/>
                <a:gd name="connsiteY0" fmla="*/ 24547 h 29780"/>
                <a:gd name="connsiteX1" fmla="*/ 26954 w 32710"/>
                <a:gd name="connsiteY1" fmla="*/ 28206 h 29780"/>
                <a:gd name="connsiteX2" fmla="*/ 30200 w 32710"/>
                <a:gd name="connsiteY2" fmla="*/ 14729 h 29780"/>
                <a:gd name="connsiteX3" fmla="*/ 28496 w 32710"/>
                <a:gd name="connsiteY3" fmla="*/ 13289 h 29780"/>
                <a:gd name="connsiteX4" fmla="*/ 25649 w 32710"/>
                <a:gd name="connsiteY4" fmla="*/ 5558 h 29780"/>
                <a:gd name="connsiteX5" fmla="*/ 4619 w 32710"/>
                <a:gd name="connsiteY5" fmla="*/ 4110 h 29780"/>
                <a:gd name="connsiteX6" fmla="*/ 3950 w 32710"/>
                <a:gd name="connsiteY6" fmla="*/ 24547 h 2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10" h="29780">
                  <a:moveTo>
                    <a:pt x="3950" y="24547"/>
                  </a:moveTo>
                  <a:cubicBezTo>
                    <a:pt x="10067" y="30999"/>
                    <a:pt x="19120" y="30530"/>
                    <a:pt x="26954" y="28206"/>
                  </a:cubicBezTo>
                  <a:cubicBezTo>
                    <a:pt x="32512" y="26558"/>
                    <a:pt x="34915" y="18717"/>
                    <a:pt x="30200" y="14729"/>
                  </a:cubicBezTo>
                  <a:cubicBezTo>
                    <a:pt x="29632" y="14249"/>
                    <a:pt x="29064" y="13769"/>
                    <a:pt x="28496" y="13289"/>
                  </a:cubicBezTo>
                  <a:cubicBezTo>
                    <a:pt x="28329" y="10617"/>
                    <a:pt x="27432" y="7953"/>
                    <a:pt x="25649" y="5558"/>
                  </a:cubicBezTo>
                  <a:cubicBezTo>
                    <a:pt x="20450" y="-1420"/>
                    <a:pt x="10813" y="-1741"/>
                    <a:pt x="4619" y="4110"/>
                  </a:cubicBezTo>
                  <a:cubicBezTo>
                    <a:pt x="-1221" y="9627"/>
                    <a:pt x="-1611" y="18682"/>
                    <a:pt x="3950" y="24547"/>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3" name="任意多边形: 形状 1382"/>
            <p:cNvSpPr/>
            <p:nvPr/>
          </p:nvSpPr>
          <p:spPr>
            <a:xfrm>
              <a:off x="3841003" y="3806509"/>
              <a:ext cx="32529" cy="38199"/>
            </a:xfrm>
            <a:custGeom>
              <a:avLst/>
              <a:gdLst>
                <a:gd name="connsiteX0" fmla="*/ 201 w 32529"/>
                <a:gd name="connsiteY0" fmla="*/ 21253 h 38199"/>
                <a:gd name="connsiteX1" fmla="*/ 917 w 32529"/>
                <a:gd name="connsiteY1" fmla="*/ 26479 h 38199"/>
                <a:gd name="connsiteX2" fmla="*/ 3 w 32529"/>
                <a:gd name="connsiteY2" fmla="*/ 30377 h 38199"/>
                <a:gd name="connsiteX3" fmla="*/ 8216 w 32529"/>
                <a:gd name="connsiteY3" fmla="*/ 38140 h 38199"/>
                <a:gd name="connsiteX4" fmla="*/ 27592 w 32529"/>
                <a:gd name="connsiteY4" fmla="*/ 27867 h 38199"/>
                <a:gd name="connsiteX5" fmla="*/ 30272 w 32529"/>
                <a:gd name="connsiteY5" fmla="*/ 6717 h 38199"/>
                <a:gd name="connsiteX6" fmla="*/ 10927 w 32529"/>
                <a:gd name="connsiteY6" fmla="*/ 1768 h 38199"/>
                <a:gd name="connsiteX7" fmla="*/ 201 w 32529"/>
                <a:gd name="connsiteY7" fmla="*/ 21253 h 38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29" h="38199">
                  <a:moveTo>
                    <a:pt x="201" y="21253"/>
                  </a:moveTo>
                  <a:cubicBezTo>
                    <a:pt x="-2" y="23083"/>
                    <a:pt x="231" y="24904"/>
                    <a:pt x="917" y="26479"/>
                  </a:cubicBezTo>
                  <a:cubicBezTo>
                    <a:pt x="300" y="27593"/>
                    <a:pt x="-38" y="28896"/>
                    <a:pt x="3" y="30377"/>
                  </a:cubicBezTo>
                  <a:cubicBezTo>
                    <a:pt x="113" y="34305"/>
                    <a:pt x="3921" y="38763"/>
                    <a:pt x="8216" y="38140"/>
                  </a:cubicBezTo>
                  <a:cubicBezTo>
                    <a:pt x="15749" y="37048"/>
                    <a:pt x="22772" y="33998"/>
                    <a:pt x="27592" y="27867"/>
                  </a:cubicBezTo>
                  <a:cubicBezTo>
                    <a:pt x="32324" y="21843"/>
                    <a:pt x="34499" y="13657"/>
                    <a:pt x="30272" y="6717"/>
                  </a:cubicBezTo>
                  <a:cubicBezTo>
                    <a:pt x="26184" y="10"/>
                    <a:pt x="17727" y="-1743"/>
                    <a:pt x="10927" y="1768"/>
                  </a:cubicBezTo>
                  <a:cubicBezTo>
                    <a:pt x="3504" y="5595"/>
                    <a:pt x="1065" y="13501"/>
                    <a:pt x="201" y="2125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4" name="任意多边形: 形状 1383"/>
            <p:cNvSpPr/>
            <p:nvPr/>
          </p:nvSpPr>
          <p:spPr>
            <a:xfrm>
              <a:off x="3744564" y="3782478"/>
              <a:ext cx="32688" cy="29745"/>
            </a:xfrm>
            <a:custGeom>
              <a:avLst/>
              <a:gdLst>
                <a:gd name="connsiteX0" fmla="*/ 6650 w 32688"/>
                <a:gd name="connsiteY0" fmla="*/ 5990 h 29745"/>
                <a:gd name="connsiteX1" fmla="*/ 4642 w 32688"/>
                <a:gd name="connsiteY1" fmla="*/ 10031 h 29745"/>
                <a:gd name="connsiteX2" fmla="*/ 19 w 32688"/>
                <a:gd name="connsiteY2" fmla="*/ 17397 h 29745"/>
                <a:gd name="connsiteX3" fmla="*/ 5385 w 32688"/>
                <a:gd name="connsiteY3" fmla="*/ 27363 h 29745"/>
                <a:gd name="connsiteX4" fmla="*/ 16451 w 32688"/>
                <a:gd name="connsiteY4" fmla="*/ 29261 h 29745"/>
                <a:gd name="connsiteX5" fmla="*/ 18193 w 32688"/>
                <a:gd name="connsiteY5" fmla="*/ 28517 h 29745"/>
                <a:gd name="connsiteX6" fmla="*/ 26206 w 32688"/>
                <a:gd name="connsiteY6" fmla="*/ 26589 h 29745"/>
                <a:gd name="connsiteX7" fmla="*/ 28442 w 32688"/>
                <a:gd name="connsiteY7" fmla="*/ 3977 h 29745"/>
                <a:gd name="connsiteX8" fmla="*/ 6650 w 32688"/>
                <a:gd name="connsiteY8" fmla="*/ 5990 h 2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88" h="29745">
                  <a:moveTo>
                    <a:pt x="6650" y="5990"/>
                  </a:moveTo>
                  <a:cubicBezTo>
                    <a:pt x="5736" y="7261"/>
                    <a:pt x="5081" y="8624"/>
                    <a:pt x="4642" y="10031"/>
                  </a:cubicBezTo>
                  <a:cubicBezTo>
                    <a:pt x="1863" y="11364"/>
                    <a:pt x="-225" y="14108"/>
                    <a:pt x="19" y="17397"/>
                  </a:cubicBezTo>
                  <a:cubicBezTo>
                    <a:pt x="321" y="21454"/>
                    <a:pt x="2052" y="24965"/>
                    <a:pt x="5385" y="27363"/>
                  </a:cubicBezTo>
                  <a:cubicBezTo>
                    <a:pt x="8636" y="29702"/>
                    <a:pt x="12589" y="30284"/>
                    <a:pt x="16451" y="29261"/>
                  </a:cubicBezTo>
                  <a:cubicBezTo>
                    <a:pt x="17068" y="29099"/>
                    <a:pt x="17647" y="28839"/>
                    <a:pt x="18193" y="28517"/>
                  </a:cubicBezTo>
                  <a:cubicBezTo>
                    <a:pt x="21016" y="28630"/>
                    <a:pt x="23850" y="28015"/>
                    <a:pt x="26206" y="26589"/>
                  </a:cubicBezTo>
                  <a:cubicBezTo>
                    <a:pt x="34060" y="21830"/>
                    <a:pt x="34743" y="10294"/>
                    <a:pt x="28442" y="3977"/>
                  </a:cubicBezTo>
                  <a:cubicBezTo>
                    <a:pt x="22308" y="-2173"/>
                    <a:pt x="11645" y="-950"/>
                    <a:pt x="6650" y="5990"/>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5" name="任意多边形: 形状 1384"/>
            <p:cNvSpPr/>
            <p:nvPr/>
          </p:nvSpPr>
          <p:spPr>
            <a:xfrm>
              <a:off x="3832863" y="3753453"/>
              <a:ext cx="30660" cy="34054"/>
            </a:xfrm>
            <a:custGeom>
              <a:avLst/>
              <a:gdLst>
                <a:gd name="connsiteX0" fmla="*/ 6095 w 30660"/>
                <a:gd name="connsiteY0" fmla="*/ 7251 h 34054"/>
                <a:gd name="connsiteX1" fmla="*/ 1846 w 30660"/>
                <a:gd name="connsiteY1" fmla="*/ 25417 h 34054"/>
                <a:gd name="connsiteX2" fmla="*/ 6331 w 30660"/>
                <a:gd name="connsiteY2" fmla="*/ 28868 h 34054"/>
                <a:gd name="connsiteX3" fmla="*/ 7856 w 30660"/>
                <a:gd name="connsiteY3" fmla="*/ 30901 h 34054"/>
                <a:gd name="connsiteX4" fmla="*/ 12130 w 30660"/>
                <a:gd name="connsiteY4" fmla="*/ 33032 h 34054"/>
                <a:gd name="connsiteX5" fmla="*/ 18110 w 30660"/>
                <a:gd name="connsiteY5" fmla="*/ 33677 h 34054"/>
                <a:gd name="connsiteX6" fmla="*/ 30605 w 30660"/>
                <a:gd name="connsiteY6" fmla="*/ 18098 h 34054"/>
                <a:gd name="connsiteX7" fmla="*/ 19668 w 30660"/>
                <a:gd name="connsiteY7" fmla="*/ 468 h 34054"/>
                <a:gd name="connsiteX8" fmla="*/ 6095 w 30660"/>
                <a:gd name="connsiteY8" fmla="*/ 7251 h 3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60" h="34054">
                  <a:moveTo>
                    <a:pt x="6095" y="7251"/>
                  </a:moveTo>
                  <a:cubicBezTo>
                    <a:pt x="151" y="11262"/>
                    <a:pt x="-1811" y="19157"/>
                    <a:pt x="1846" y="25417"/>
                  </a:cubicBezTo>
                  <a:cubicBezTo>
                    <a:pt x="2820" y="27082"/>
                    <a:pt x="4479" y="28284"/>
                    <a:pt x="6331" y="28868"/>
                  </a:cubicBezTo>
                  <a:cubicBezTo>
                    <a:pt x="6800" y="29565"/>
                    <a:pt x="7305" y="30242"/>
                    <a:pt x="7856" y="30901"/>
                  </a:cubicBezTo>
                  <a:cubicBezTo>
                    <a:pt x="8940" y="32195"/>
                    <a:pt x="10487" y="32862"/>
                    <a:pt x="12130" y="33032"/>
                  </a:cubicBezTo>
                  <a:cubicBezTo>
                    <a:pt x="13938" y="34042"/>
                    <a:pt x="16097" y="34393"/>
                    <a:pt x="18110" y="33677"/>
                  </a:cubicBezTo>
                  <a:cubicBezTo>
                    <a:pt x="24987" y="31238"/>
                    <a:pt x="29980" y="25488"/>
                    <a:pt x="30605" y="18098"/>
                  </a:cubicBezTo>
                  <a:cubicBezTo>
                    <a:pt x="31212" y="10925"/>
                    <a:pt x="26732" y="2818"/>
                    <a:pt x="19668" y="468"/>
                  </a:cubicBezTo>
                  <a:cubicBezTo>
                    <a:pt x="14130" y="-1373"/>
                    <a:pt x="9132" y="2495"/>
                    <a:pt x="6095" y="725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6" name="任意多边形: 形状 1385"/>
            <p:cNvSpPr/>
            <p:nvPr/>
          </p:nvSpPr>
          <p:spPr>
            <a:xfrm>
              <a:off x="3763621" y="3666168"/>
              <a:ext cx="38197" cy="36938"/>
            </a:xfrm>
            <a:custGeom>
              <a:avLst/>
              <a:gdLst>
                <a:gd name="connsiteX0" fmla="*/ 1470 w 38197"/>
                <a:gd name="connsiteY0" fmla="*/ 10436 h 36938"/>
                <a:gd name="connsiteX1" fmla="*/ 7961 w 38197"/>
                <a:gd name="connsiteY1" fmla="*/ 28985 h 36938"/>
                <a:gd name="connsiteX2" fmla="*/ 25150 w 38197"/>
                <a:gd name="connsiteY2" fmla="*/ 35939 h 36938"/>
                <a:gd name="connsiteX3" fmla="*/ 36709 w 38197"/>
                <a:gd name="connsiteY3" fmla="*/ 17771 h 36938"/>
                <a:gd name="connsiteX4" fmla="*/ 35684 w 38197"/>
                <a:gd name="connsiteY4" fmla="*/ 5303 h 36938"/>
                <a:gd name="connsiteX5" fmla="*/ 35615 w 38197"/>
                <a:gd name="connsiteY5" fmla="*/ 5034 h 36938"/>
                <a:gd name="connsiteX6" fmla="*/ 27835 w 38197"/>
                <a:gd name="connsiteY6" fmla="*/ 286 h 36938"/>
                <a:gd name="connsiteX7" fmla="*/ 17315 w 38197"/>
                <a:gd name="connsiteY7" fmla="*/ 2286 h 36938"/>
                <a:gd name="connsiteX8" fmla="*/ 1470 w 38197"/>
                <a:gd name="connsiteY8" fmla="*/ 10436 h 36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97" h="36938">
                  <a:moveTo>
                    <a:pt x="1470" y="10436"/>
                  </a:moveTo>
                  <a:cubicBezTo>
                    <a:pt x="-2601" y="17494"/>
                    <a:pt x="2507" y="24566"/>
                    <a:pt x="7961" y="28985"/>
                  </a:cubicBezTo>
                  <a:cubicBezTo>
                    <a:pt x="11115" y="34996"/>
                    <a:pt x="17548" y="38869"/>
                    <a:pt x="25150" y="35939"/>
                  </a:cubicBezTo>
                  <a:cubicBezTo>
                    <a:pt x="32696" y="33032"/>
                    <a:pt x="36024" y="25545"/>
                    <a:pt x="36709" y="17771"/>
                  </a:cubicBezTo>
                  <a:cubicBezTo>
                    <a:pt x="38792" y="14062"/>
                    <a:pt x="38896" y="9317"/>
                    <a:pt x="35684" y="5303"/>
                  </a:cubicBezTo>
                  <a:cubicBezTo>
                    <a:pt x="35662" y="5215"/>
                    <a:pt x="35640" y="5122"/>
                    <a:pt x="35615" y="5034"/>
                  </a:cubicBezTo>
                  <a:cubicBezTo>
                    <a:pt x="34523" y="969"/>
                    <a:pt x="31026" y="-345"/>
                    <a:pt x="27835" y="286"/>
                  </a:cubicBezTo>
                  <a:cubicBezTo>
                    <a:pt x="24250" y="-501"/>
                    <a:pt x="20596" y="393"/>
                    <a:pt x="17315" y="2286"/>
                  </a:cubicBezTo>
                  <a:cubicBezTo>
                    <a:pt x="11387" y="2768"/>
                    <a:pt x="4521" y="5149"/>
                    <a:pt x="1470" y="1043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7" name="任意多边形: 形状 1386"/>
            <p:cNvSpPr/>
            <p:nvPr/>
          </p:nvSpPr>
          <p:spPr>
            <a:xfrm>
              <a:off x="3840249" y="3710995"/>
              <a:ext cx="29607" cy="31432"/>
            </a:xfrm>
            <a:custGeom>
              <a:avLst/>
              <a:gdLst>
                <a:gd name="connsiteX0" fmla="*/ 5166 w 29607"/>
                <a:gd name="connsiteY0" fmla="*/ 4241 h 31432"/>
                <a:gd name="connsiteX1" fmla="*/ 4620 w 29607"/>
                <a:gd name="connsiteY1" fmla="*/ 5284 h 31432"/>
                <a:gd name="connsiteX2" fmla="*/ 2549 w 29607"/>
                <a:gd name="connsiteY2" fmla="*/ 7687 h 31432"/>
                <a:gd name="connsiteX3" fmla="*/ 80 w 29607"/>
                <a:gd name="connsiteY3" fmla="*/ 18462 h 31432"/>
                <a:gd name="connsiteX4" fmla="*/ 3353 w 29607"/>
                <a:gd name="connsiteY4" fmla="*/ 26072 h 31432"/>
                <a:gd name="connsiteX5" fmla="*/ 10293 w 29607"/>
                <a:gd name="connsiteY5" fmla="*/ 28749 h 31432"/>
                <a:gd name="connsiteX6" fmla="*/ 13061 w 29607"/>
                <a:gd name="connsiteY6" fmla="*/ 30469 h 31432"/>
                <a:gd name="connsiteX7" fmla="*/ 28692 w 29607"/>
                <a:gd name="connsiteY7" fmla="*/ 21123 h 31432"/>
                <a:gd name="connsiteX8" fmla="*/ 26667 w 29607"/>
                <a:gd name="connsiteY8" fmla="*/ 6236 h 31432"/>
                <a:gd name="connsiteX9" fmla="*/ 18959 w 29607"/>
                <a:gd name="connsiteY9" fmla="*/ 2447 h 31432"/>
                <a:gd name="connsiteX10" fmla="*/ 11999 w 29607"/>
                <a:gd name="connsiteY10" fmla="*/ 6 h 31432"/>
                <a:gd name="connsiteX11" fmla="*/ 5166 w 29607"/>
                <a:gd name="connsiteY11" fmla="*/ 4241 h 3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607" h="31432">
                  <a:moveTo>
                    <a:pt x="5166" y="4241"/>
                  </a:moveTo>
                  <a:cubicBezTo>
                    <a:pt x="4963" y="4581"/>
                    <a:pt x="4798" y="4935"/>
                    <a:pt x="4620" y="5284"/>
                  </a:cubicBezTo>
                  <a:cubicBezTo>
                    <a:pt x="3822" y="5923"/>
                    <a:pt x="3120" y="6729"/>
                    <a:pt x="2549" y="7687"/>
                  </a:cubicBezTo>
                  <a:cubicBezTo>
                    <a:pt x="689" y="10817"/>
                    <a:pt x="-299" y="14825"/>
                    <a:pt x="80" y="18462"/>
                  </a:cubicBezTo>
                  <a:cubicBezTo>
                    <a:pt x="382" y="21375"/>
                    <a:pt x="1265" y="23943"/>
                    <a:pt x="3353" y="26072"/>
                  </a:cubicBezTo>
                  <a:cubicBezTo>
                    <a:pt x="5169" y="27923"/>
                    <a:pt x="7747" y="28809"/>
                    <a:pt x="10293" y="28749"/>
                  </a:cubicBezTo>
                  <a:cubicBezTo>
                    <a:pt x="11157" y="29399"/>
                    <a:pt x="12071" y="29989"/>
                    <a:pt x="13061" y="30469"/>
                  </a:cubicBezTo>
                  <a:cubicBezTo>
                    <a:pt x="20188" y="33928"/>
                    <a:pt x="26527" y="27432"/>
                    <a:pt x="28692" y="21123"/>
                  </a:cubicBezTo>
                  <a:cubicBezTo>
                    <a:pt x="30354" y="16279"/>
                    <a:pt x="29797" y="10400"/>
                    <a:pt x="26667" y="6236"/>
                  </a:cubicBezTo>
                  <a:cubicBezTo>
                    <a:pt x="24780" y="3723"/>
                    <a:pt x="21908" y="2175"/>
                    <a:pt x="18959" y="2447"/>
                  </a:cubicBezTo>
                  <a:cubicBezTo>
                    <a:pt x="17096" y="1012"/>
                    <a:pt x="14715" y="126"/>
                    <a:pt x="11999" y="6"/>
                  </a:cubicBezTo>
                  <a:cubicBezTo>
                    <a:pt x="9105" y="-123"/>
                    <a:pt x="6570" y="1901"/>
                    <a:pt x="5166" y="424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8" name="任意多边形: 形状 1387"/>
            <p:cNvSpPr/>
            <p:nvPr/>
          </p:nvSpPr>
          <p:spPr>
            <a:xfrm>
              <a:off x="3887326" y="3720236"/>
              <a:ext cx="38338" cy="32090"/>
            </a:xfrm>
            <a:custGeom>
              <a:avLst/>
              <a:gdLst>
                <a:gd name="connsiteX0" fmla="*/ 1579 w 38338"/>
                <a:gd name="connsiteY0" fmla="*/ 10803 h 32090"/>
                <a:gd name="connsiteX1" fmla="*/ 811 w 38338"/>
                <a:gd name="connsiteY1" fmla="*/ 21686 h 32090"/>
                <a:gd name="connsiteX2" fmla="*/ 18779 w 38338"/>
                <a:gd name="connsiteY2" fmla="*/ 31152 h 32090"/>
                <a:gd name="connsiteX3" fmla="*/ 19133 w 38338"/>
                <a:gd name="connsiteY3" fmla="*/ 31301 h 32090"/>
                <a:gd name="connsiteX4" fmla="*/ 25127 w 38338"/>
                <a:gd name="connsiteY4" fmla="*/ 30302 h 32090"/>
                <a:gd name="connsiteX5" fmla="*/ 33913 w 38338"/>
                <a:gd name="connsiteY5" fmla="*/ 26344 h 32090"/>
                <a:gd name="connsiteX6" fmla="*/ 30808 w 38338"/>
                <a:gd name="connsiteY6" fmla="*/ 1907 h 32090"/>
                <a:gd name="connsiteX7" fmla="*/ 12294 w 38338"/>
                <a:gd name="connsiteY7" fmla="*/ 4209 h 32090"/>
                <a:gd name="connsiteX8" fmla="*/ 12047 w 38338"/>
                <a:gd name="connsiteY8" fmla="*/ 4217 h 32090"/>
                <a:gd name="connsiteX9" fmla="*/ 1579 w 38338"/>
                <a:gd name="connsiteY9" fmla="*/ 10803 h 3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338" h="32090">
                  <a:moveTo>
                    <a:pt x="1579" y="10803"/>
                  </a:moveTo>
                  <a:cubicBezTo>
                    <a:pt x="-198" y="14090"/>
                    <a:pt x="-505" y="18188"/>
                    <a:pt x="811" y="21686"/>
                  </a:cubicBezTo>
                  <a:cubicBezTo>
                    <a:pt x="3371" y="28486"/>
                    <a:pt x="11641" y="34458"/>
                    <a:pt x="18779" y="31152"/>
                  </a:cubicBezTo>
                  <a:cubicBezTo>
                    <a:pt x="18900" y="31199"/>
                    <a:pt x="19010" y="31254"/>
                    <a:pt x="19133" y="31301"/>
                  </a:cubicBezTo>
                  <a:cubicBezTo>
                    <a:pt x="21160" y="32058"/>
                    <a:pt x="23341" y="31512"/>
                    <a:pt x="25127" y="30302"/>
                  </a:cubicBezTo>
                  <a:cubicBezTo>
                    <a:pt x="28345" y="30003"/>
                    <a:pt x="31469" y="28730"/>
                    <a:pt x="33913" y="26344"/>
                  </a:cubicBezTo>
                  <a:cubicBezTo>
                    <a:pt x="40898" y="19524"/>
                    <a:pt x="39430" y="6746"/>
                    <a:pt x="30808" y="1907"/>
                  </a:cubicBezTo>
                  <a:cubicBezTo>
                    <a:pt x="24850" y="-1437"/>
                    <a:pt x="17224" y="-205"/>
                    <a:pt x="12294" y="4209"/>
                  </a:cubicBezTo>
                  <a:cubicBezTo>
                    <a:pt x="12212" y="4214"/>
                    <a:pt x="12130" y="4209"/>
                    <a:pt x="12047" y="4217"/>
                  </a:cubicBezTo>
                  <a:cubicBezTo>
                    <a:pt x="7647" y="4631"/>
                    <a:pt x="3736" y="6818"/>
                    <a:pt x="1579" y="1080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9" name="任意多边形: 形状 1388"/>
            <p:cNvSpPr/>
            <p:nvPr/>
          </p:nvSpPr>
          <p:spPr>
            <a:xfrm>
              <a:off x="3829079" y="3660700"/>
              <a:ext cx="30687" cy="38034"/>
            </a:xfrm>
            <a:custGeom>
              <a:avLst/>
              <a:gdLst>
                <a:gd name="connsiteX0" fmla="*/ 4924 w 30687"/>
                <a:gd name="connsiteY0" fmla="*/ 10859 h 38034"/>
                <a:gd name="connsiteX1" fmla="*/ 400 w 30687"/>
                <a:gd name="connsiteY1" fmla="*/ 24972 h 38034"/>
                <a:gd name="connsiteX2" fmla="*/ 1956 w 30687"/>
                <a:gd name="connsiteY2" fmla="*/ 28799 h 38034"/>
                <a:gd name="connsiteX3" fmla="*/ 6117 w 30687"/>
                <a:gd name="connsiteY3" fmla="*/ 36447 h 38034"/>
                <a:gd name="connsiteX4" fmla="*/ 30285 w 30687"/>
                <a:gd name="connsiteY4" fmla="*/ 25889 h 38034"/>
                <a:gd name="connsiteX5" fmla="*/ 28993 w 30687"/>
                <a:gd name="connsiteY5" fmla="*/ 15061 h 38034"/>
                <a:gd name="connsiteX6" fmla="*/ 21685 w 30687"/>
                <a:gd name="connsiteY6" fmla="*/ 1148 h 38034"/>
                <a:gd name="connsiteX7" fmla="*/ 10512 w 30687"/>
                <a:gd name="connsiteY7" fmla="*/ 1902 h 38034"/>
                <a:gd name="connsiteX8" fmla="*/ 4924 w 30687"/>
                <a:gd name="connsiteY8" fmla="*/ 10859 h 38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87" h="38034">
                  <a:moveTo>
                    <a:pt x="4924" y="10859"/>
                  </a:moveTo>
                  <a:cubicBezTo>
                    <a:pt x="1155" y="14359"/>
                    <a:pt x="-925" y="19535"/>
                    <a:pt x="400" y="24972"/>
                  </a:cubicBezTo>
                  <a:cubicBezTo>
                    <a:pt x="732" y="26336"/>
                    <a:pt x="1276" y="27611"/>
                    <a:pt x="1956" y="28799"/>
                  </a:cubicBezTo>
                  <a:cubicBezTo>
                    <a:pt x="1764" y="31885"/>
                    <a:pt x="3193" y="35196"/>
                    <a:pt x="6117" y="36447"/>
                  </a:cubicBezTo>
                  <a:cubicBezTo>
                    <a:pt x="15557" y="40480"/>
                    <a:pt x="27745" y="36785"/>
                    <a:pt x="30285" y="25889"/>
                  </a:cubicBezTo>
                  <a:cubicBezTo>
                    <a:pt x="31146" y="22191"/>
                    <a:pt x="30587" y="18350"/>
                    <a:pt x="28993" y="15061"/>
                  </a:cubicBezTo>
                  <a:cubicBezTo>
                    <a:pt x="29547" y="9539"/>
                    <a:pt x="26828" y="3562"/>
                    <a:pt x="21685" y="1148"/>
                  </a:cubicBezTo>
                  <a:cubicBezTo>
                    <a:pt x="18111" y="-531"/>
                    <a:pt x="13787" y="-441"/>
                    <a:pt x="10512" y="1902"/>
                  </a:cubicBezTo>
                  <a:cubicBezTo>
                    <a:pt x="7401" y="4127"/>
                    <a:pt x="5854" y="7251"/>
                    <a:pt x="4924" y="10859"/>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0" name="任意多边形: 形状 1389"/>
            <p:cNvSpPr/>
            <p:nvPr/>
          </p:nvSpPr>
          <p:spPr>
            <a:xfrm>
              <a:off x="3871526" y="3774904"/>
              <a:ext cx="31793" cy="33785"/>
            </a:xfrm>
            <a:custGeom>
              <a:avLst/>
              <a:gdLst>
                <a:gd name="connsiteX0" fmla="*/ 1516 w 31793"/>
                <a:gd name="connsiteY0" fmla="*/ 8815 h 33785"/>
                <a:gd name="connsiteX1" fmla="*/ 8220 w 31793"/>
                <a:gd name="connsiteY1" fmla="*/ 29118 h 33785"/>
                <a:gd name="connsiteX2" fmla="*/ 11844 w 31793"/>
                <a:gd name="connsiteY2" fmla="*/ 30319 h 33785"/>
                <a:gd name="connsiteX3" fmla="*/ 15147 w 31793"/>
                <a:gd name="connsiteY3" fmla="*/ 32717 h 33785"/>
                <a:gd name="connsiteX4" fmla="*/ 25766 w 31793"/>
                <a:gd name="connsiteY4" fmla="*/ 32111 h 33785"/>
                <a:gd name="connsiteX5" fmla="*/ 31707 w 31793"/>
                <a:gd name="connsiteY5" fmla="*/ 17723 h 33785"/>
                <a:gd name="connsiteX6" fmla="*/ 30520 w 31793"/>
                <a:gd name="connsiteY6" fmla="*/ 13970 h 33785"/>
                <a:gd name="connsiteX7" fmla="*/ 22482 w 31793"/>
                <a:gd name="connsiteY7" fmla="*/ 1022 h 33785"/>
                <a:gd name="connsiteX8" fmla="*/ 15163 w 31793"/>
                <a:gd name="connsiteY8" fmla="*/ 1008 h 33785"/>
                <a:gd name="connsiteX9" fmla="*/ 1516 w 31793"/>
                <a:gd name="connsiteY9" fmla="*/ 8815 h 3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793" h="33785">
                  <a:moveTo>
                    <a:pt x="1516" y="8815"/>
                  </a:moveTo>
                  <a:cubicBezTo>
                    <a:pt x="-2075" y="15986"/>
                    <a:pt x="934" y="25544"/>
                    <a:pt x="8220" y="29118"/>
                  </a:cubicBezTo>
                  <a:cubicBezTo>
                    <a:pt x="9386" y="29688"/>
                    <a:pt x="10607" y="30075"/>
                    <a:pt x="11844" y="30319"/>
                  </a:cubicBezTo>
                  <a:cubicBezTo>
                    <a:pt x="12807" y="31285"/>
                    <a:pt x="13898" y="32111"/>
                    <a:pt x="15147" y="32717"/>
                  </a:cubicBezTo>
                  <a:cubicBezTo>
                    <a:pt x="18595" y="34388"/>
                    <a:pt x="22515" y="34034"/>
                    <a:pt x="25766" y="32111"/>
                  </a:cubicBezTo>
                  <a:cubicBezTo>
                    <a:pt x="30843" y="29107"/>
                    <a:pt x="32171" y="23176"/>
                    <a:pt x="31707" y="17723"/>
                  </a:cubicBezTo>
                  <a:cubicBezTo>
                    <a:pt x="31595" y="16403"/>
                    <a:pt x="31178" y="15111"/>
                    <a:pt x="30520" y="13970"/>
                  </a:cubicBezTo>
                  <a:cubicBezTo>
                    <a:pt x="30031" y="8851"/>
                    <a:pt x="26948" y="4092"/>
                    <a:pt x="22482" y="1022"/>
                  </a:cubicBezTo>
                  <a:cubicBezTo>
                    <a:pt x="20315" y="-465"/>
                    <a:pt x="17476" y="-207"/>
                    <a:pt x="15163" y="1008"/>
                  </a:cubicBezTo>
                  <a:cubicBezTo>
                    <a:pt x="9663" y="899"/>
                    <a:pt x="4012" y="3831"/>
                    <a:pt x="1516" y="8815"/>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1391" name="任意多边形: 形状 1390"/>
          <p:cNvSpPr/>
          <p:nvPr/>
        </p:nvSpPr>
        <p:spPr>
          <a:xfrm>
            <a:off x="-695495" y="4169475"/>
            <a:ext cx="2110638" cy="2351457"/>
          </a:xfrm>
          <a:custGeom>
            <a:avLst/>
            <a:gdLst>
              <a:gd name="connsiteX0" fmla="*/ 599098 w 694532"/>
              <a:gd name="connsiteY0" fmla="*/ 3114 h 773777"/>
              <a:gd name="connsiteX1" fmla="*/ 494398 w 694532"/>
              <a:gd name="connsiteY1" fmla="*/ 243075 h 773777"/>
              <a:gd name="connsiteX2" fmla="*/ 497555 w 694532"/>
              <a:gd name="connsiteY2" fmla="*/ 248803 h 773777"/>
              <a:gd name="connsiteX3" fmla="*/ 444200 w 694532"/>
              <a:gd name="connsiteY3" fmla="*/ 389169 h 773777"/>
              <a:gd name="connsiteX4" fmla="*/ 350802 w 694532"/>
              <a:gd name="connsiteY4" fmla="*/ 530310 h 773777"/>
              <a:gd name="connsiteX5" fmla="*/ 371365 w 694532"/>
              <a:gd name="connsiteY5" fmla="*/ 418360 h 773777"/>
              <a:gd name="connsiteX6" fmla="*/ 373066 w 694532"/>
              <a:gd name="connsiteY6" fmla="*/ 416248 h 773777"/>
              <a:gd name="connsiteX7" fmla="*/ 377077 w 694532"/>
              <a:gd name="connsiteY7" fmla="*/ 205839 h 773777"/>
              <a:gd name="connsiteX8" fmla="*/ 359693 w 694532"/>
              <a:gd name="connsiteY8" fmla="*/ 202920 h 773777"/>
              <a:gd name="connsiteX9" fmla="*/ 353055 w 694532"/>
              <a:gd name="connsiteY9" fmla="*/ 420982 h 773777"/>
              <a:gd name="connsiteX10" fmla="*/ 315486 w 694532"/>
              <a:gd name="connsiteY10" fmla="*/ 568685 h 773777"/>
              <a:gd name="connsiteX11" fmla="*/ 315223 w 694532"/>
              <a:gd name="connsiteY11" fmla="*/ 569518 h 773777"/>
              <a:gd name="connsiteX12" fmla="*/ 254853 w 694532"/>
              <a:gd name="connsiteY12" fmla="*/ 625022 h 773777"/>
              <a:gd name="connsiteX13" fmla="*/ 232911 w 694532"/>
              <a:gd name="connsiteY13" fmla="*/ 642408 h 773777"/>
              <a:gd name="connsiteX14" fmla="*/ 221499 w 694532"/>
              <a:gd name="connsiteY14" fmla="*/ 650646 h 773777"/>
              <a:gd name="connsiteX15" fmla="*/ 217886 w 694532"/>
              <a:gd name="connsiteY15" fmla="*/ 439367 h 773777"/>
              <a:gd name="connsiteX16" fmla="*/ 198843 w 694532"/>
              <a:gd name="connsiteY16" fmla="*/ 446148 h 773777"/>
              <a:gd name="connsiteX17" fmla="*/ 210721 w 694532"/>
              <a:gd name="connsiteY17" fmla="*/ 622481 h 773777"/>
              <a:gd name="connsiteX18" fmla="*/ 196903 w 694532"/>
              <a:gd name="connsiteY18" fmla="*/ 667838 h 773777"/>
              <a:gd name="connsiteX19" fmla="*/ 5088 w 694532"/>
              <a:gd name="connsiteY19" fmla="*/ 759463 h 773777"/>
              <a:gd name="connsiteX20" fmla="*/ 8920 w 694532"/>
              <a:gd name="connsiteY20" fmla="*/ 773415 h 773777"/>
              <a:gd name="connsiteX21" fmla="*/ 171921 w 694532"/>
              <a:gd name="connsiteY21" fmla="*/ 701409 h 773777"/>
              <a:gd name="connsiteX22" fmla="*/ 207572 w 694532"/>
              <a:gd name="connsiteY22" fmla="*/ 678646 h 773777"/>
              <a:gd name="connsiteX23" fmla="*/ 261750 w 694532"/>
              <a:gd name="connsiteY23" fmla="*/ 638584 h 773777"/>
              <a:gd name="connsiteX24" fmla="*/ 364367 w 694532"/>
              <a:gd name="connsiteY24" fmla="*/ 635111 h 773777"/>
              <a:gd name="connsiteX25" fmla="*/ 364614 w 694532"/>
              <a:gd name="connsiteY25" fmla="*/ 635808 h 773777"/>
              <a:gd name="connsiteX26" fmla="*/ 577273 w 694532"/>
              <a:gd name="connsiteY26" fmla="*/ 710014 h 773777"/>
              <a:gd name="connsiteX27" fmla="*/ 598217 w 694532"/>
              <a:gd name="connsiteY27" fmla="*/ 705567 h 773777"/>
              <a:gd name="connsiteX28" fmla="*/ 601753 w 694532"/>
              <a:gd name="connsiteY28" fmla="*/ 693481 h 773777"/>
              <a:gd name="connsiteX29" fmla="*/ 380138 w 694532"/>
              <a:gd name="connsiteY29" fmla="*/ 618861 h 773777"/>
              <a:gd name="connsiteX30" fmla="*/ 374997 w 694532"/>
              <a:gd name="connsiteY30" fmla="*/ 621587 h 773777"/>
              <a:gd name="connsiteX31" fmla="*/ 281734 w 694532"/>
              <a:gd name="connsiteY31" fmla="*/ 621598 h 773777"/>
              <a:gd name="connsiteX32" fmla="*/ 385331 w 694532"/>
              <a:gd name="connsiteY32" fmla="*/ 509643 h 773777"/>
              <a:gd name="connsiteX33" fmla="*/ 450740 w 694532"/>
              <a:gd name="connsiteY33" fmla="*/ 472530 h 773777"/>
              <a:gd name="connsiteX34" fmla="*/ 690671 w 694532"/>
              <a:gd name="connsiteY34" fmla="*/ 396373 h 773777"/>
              <a:gd name="connsiteX35" fmla="*/ 688082 w 694532"/>
              <a:gd name="connsiteY35" fmla="*/ 379398 h 773777"/>
              <a:gd name="connsiteX36" fmla="*/ 441465 w 694532"/>
              <a:gd name="connsiteY36" fmla="*/ 454126 h 773777"/>
              <a:gd name="connsiteX37" fmla="*/ 404297 w 694532"/>
              <a:gd name="connsiteY37" fmla="*/ 483711 h 773777"/>
              <a:gd name="connsiteX38" fmla="*/ 512144 w 694532"/>
              <a:gd name="connsiteY38" fmla="*/ 250163 h 773777"/>
              <a:gd name="connsiteX39" fmla="*/ 513779 w 694532"/>
              <a:gd name="connsiteY39" fmla="*/ 249360 h 773777"/>
              <a:gd name="connsiteX40" fmla="*/ 619255 w 694532"/>
              <a:gd name="connsiteY40" fmla="*/ 12827 h 773777"/>
              <a:gd name="connsiteX41" fmla="*/ 599098 w 694532"/>
              <a:gd name="connsiteY41" fmla="*/ 3114 h 77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94532" h="773777">
                <a:moveTo>
                  <a:pt x="599098" y="3114"/>
                </a:moveTo>
                <a:cubicBezTo>
                  <a:pt x="531376" y="63165"/>
                  <a:pt x="492445" y="152659"/>
                  <a:pt x="494398" y="243075"/>
                </a:cubicBezTo>
                <a:cubicBezTo>
                  <a:pt x="494439" y="245840"/>
                  <a:pt x="495778" y="247664"/>
                  <a:pt x="497555" y="248803"/>
                </a:cubicBezTo>
                <a:cubicBezTo>
                  <a:pt x="484525" y="297324"/>
                  <a:pt x="466752" y="344274"/>
                  <a:pt x="444200" y="389169"/>
                </a:cubicBezTo>
                <a:cubicBezTo>
                  <a:pt x="418568" y="439957"/>
                  <a:pt x="387076" y="487302"/>
                  <a:pt x="350802" y="530310"/>
                </a:cubicBezTo>
                <a:cubicBezTo>
                  <a:pt x="364828" y="494807"/>
                  <a:pt x="371947" y="456660"/>
                  <a:pt x="371365" y="418360"/>
                </a:cubicBezTo>
                <a:cubicBezTo>
                  <a:pt x="371977" y="417825"/>
                  <a:pt x="372614" y="417191"/>
                  <a:pt x="373066" y="416248"/>
                </a:cubicBezTo>
                <a:cubicBezTo>
                  <a:pt x="406991" y="351132"/>
                  <a:pt x="406220" y="273204"/>
                  <a:pt x="377077" y="205839"/>
                </a:cubicBezTo>
                <a:cubicBezTo>
                  <a:pt x="372723" y="195834"/>
                  <a:pt x="362562" y="197658"/>
                  <a:pt x="359693" y="202920"/>
                </a:cubicBezTo>
                <a:cubicBezTo>
                  <a:pt x="323870" y="270098"/>
                  <a:pt x="321623" y="351766"/>
                  <a:pt x="353055" y="420982"/>
                </a:cubicBezTo>
                <a:cubicBezTo>
                  <a:pt x="353982" y="422966"/>
                  <a:pt x="342320" y="525301"/>
                  <a:pt x="315486" y="568685"/>
                </a:cubicBezTo>
                <a:cubicBezTo>
                  <a:pt x="315311" y="568959"/>
                  <a:pt x="315360" y="569184"/>
                  <a:pt x="315223" y="569518"/>
                </a:cubicBezTo>
                <a:cubicBezTo>
                  <a:pt x="296114" y="589108"/>
                  <a:pt x="275951" y="607633"/>
                  <a:pt x="254853" y="625022"/>
                </a:cubicBezTo>
                <a:cubicBezTo>
                  <a:pt x="247672" y="630994"/>
                  <a:pt x="240378" y="636776"/>
                  <a:pt x="232911" y="642408"/>
                </a:cubicBezTo>
                <a:cubicBezTo>
                  <a:pt x="229177" y="645225"/>
                  <a:pt x="225268" y="647892"/>
                  <a:pt x="221499" y="650646"/>
                </a:cubicBezTo>
                <a:cubicBezTo>
                  <a:pt x="249809" y="583632"/>
                  <a:pt x="248942" y="505679"/>
                  <a:pt x="217886" y="439367"/>
                </a:cubicBezTo>
                <a:cubicBezTo>
                  <a:pt x="211475" y="425767"/>
                  <a:pt x="200220" y="443213"/>
                  <a:pt x="198843" y="446148"/>
                </a:cubicBezTo>
                <a:cubicBezTo>
                  <a:pt x="173367" y="502593"/>
                  <a:pt x="177594" y="570007"/>
                  <a:pt x="210721" y="622481"/>
                </a:cubicBezTo>
                <a:cubicBezTo>
                  <a:pt x="211936" y="624380"/>
                  <a:pt x="204381" y="654418"/>
                  <a:pt x="196903" y="667838"/>
                </a:cubicBezTo>
                <a:cubicBezTo>
                  <a:pt x="138053" y="707299"/>
                  <a:pt x="73536" y="738384"/>
                  <a:pt x="5088" y="759463"/>
                </a:cubicBezTo>
                <a:cubicBezTo>
                  <a:pt x="-3866" y="762176"/>
                  <a:pt x="2" y="776191"/>
                  <a:pt x="8920" y="773415"/>
                </a:cubicBezTo>
                <a:cubicBezTo>
                  <a:pt x="65907" y="755949"/>
                  <a:pt x="120711" y="731836"/>
                  <a:pt x="171921" y="701409"/>
                </a:cubicBezTo>
                <a:cubicBezTo>
                  <a:pt x="181843" y="695497"/>
                  <a:pt x="207396" y="678920"/>
                  <a:pt x="207572" y="678646"/>
                </a:cubicBezTo>
                <a:cubicBezTo>
                  <a:pt x="226286" y="666057"/>
                  <a:pt x="244391" y="652734"/>
                  <a:pt x="261750" y="638584"/>
                </a:cubicBezTo>
                <a:cubicBezTo>
                  <a:pt x="295626" y="633704"/>
                  <a:pt x="330039" y="632565"/>
                  <a:pt x="364367" y="635111"/>
                </a:cubicBezTo>
                <a:cubicBezTo>
                  <a:pt x="364480" y="635298"/>
                  <a:pt x="364466" y="635561"/>
                  <a:pt x="364614" y="635808"/>
                </a:cubicBezTo>
                <a:cubicBezTo>
                  <a:pt x="413408" y="702374"/>
                  <a:pt x="498694" y="731974"/>
                  <a:pt x="577273" y="710014"/>
                </a:cubicBezTo>
                <a:cubicBezTo>
                  <a:pt x="584166" y="708105"/>
                  <a:pt x="591310" y="707318"/>
                  <a:pt x="598217" y="705567"/>
                </a:cubicBezTo>
                <a:cubicBezTo>
                  <a:pt x="603141" y="704325"/>
                  <a:pt x="606611" y="697944"/>
                  <a:pt x="601753" y="693481"/>
                </a:cubicBezTo>
                <a:cubicBezTo>
                  <a:pt x="542407" y="638869"/>
                  <a:pt x="460481" y="611073"/>
                  <a:pt x="380138" y="618861"/>
                </a:cubicBezTo>
                <a:cubicBezTo>
                  <a:pt x="377845" y="619129"/>
                  <a:pt x="376161" y="620133"/>
                  <a:pt x="374997" y="621587"/>
                </a:cubicBezTo>
                <a:cubicBezTo>
                  <a:pt x="343961" y="618603"/>
                  <a:pt x="312716" y="618531"/>
                  <a:pt x="281734" y="621598"/>
                </a:cubicBezTo>
                <a:cubicBezTo>
                  <a:pt x="316949" y="590723"/>
                  <a:pt x="382840" y="517809"/>
                  <a:pt x="385331" y="509643"/>
                </a:cubicBezTo>
                <a:cubicBezTo>
                  <a:pt x="410193" y="495592"/>
                  <a:pt x="425917" y="486644"/>
                  <a:pt x="450740" y="472530"/>
                </a:cubicBezTo>
                <a:cubicBezTo>
                  <a:pt x="536704" y="496316"/>
                  <a:pt x="635154" y="466407"/>
                  <a:pt x="690671" y="396373"/>
                </a:cubicBezTo>
                <a:cubicBezTo>
                  <a:pt x="698037" y="387164"/>
                  <a:pt x="693560" y="380786"/>
                  <a:pt x="688082" y="379398"/>
                </a:cubicBezTo>
                <a:cubicBezTo>
                  <a:pt x="599882" y="357960"/>
                  <a:pt x="502817" y="387213"/>
                  <a:pt x="441465" y="454126"/>
                </a:cubicBezTo>
                <a:cubicBezTo>
                  <a:pt x="440165" y="455492"/>
                  <a:pt x="416060" y="475353"/>
                  <a:pt x="404297" y="483711"/>
                </a:cubicBezTo>
                <a:cubicBezTo>
                  <a:pt x="453126" y="413098"/>
                  <a:pt x="489995" y="334053"/>
                  <a:pt x="512144" y="250163"/>
                </a:cubicBezTo>
                <a:cubicBezTo>
                  <a:pt x="512681" y="249928"/>
                  <a:pt x="513192" y="249793"/>
                  <a:pt x="513779" y="249360"/>
                </a:cubicBezTo>
                <a:cubicBezTo>
                  <a:pt x="586191" y="194630"/>
                  <a:pt x="627959" y="103364"/>
                  <a:pt x="619255" y="12827"/>
                </a:cubicBezTo>
                <a:cubicBezTo>
                  <a:pt x="617707" y="-3829"/>
                  <a:pt x="603558" y="-897"/>
                  <a:pt x="599098" y="3114"/>
                </a:cubicBezTo>
                <a:close/>
              </a:path>
            </a:pathLst>
          </a:cu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1392" name="图形 4"/>
          <p:cNvGrpSpPr/>
          <p:nvPr/>
        </p:nvGrpSpPr>
        <p:grpSpPr>
          <a:xfrm>
            <a:off x="10610169" y="976309"/>
            <a:ext cx="535472" cy="746995"/>
            <a:chOff x="5453230" y="2740126"/>
            <a:chExt cx="209942" cy="292874"/>
          </a:xfrm>
          <a:solidFill>
            <a:srgbClr val="FF9B02"/>
          </a:solidFill>
        </p:grpSpPr>
        <p:sp>
          <p:nvSpPr>
            <p:cNvPr id="1393" name="任意多边形: 形状 1392"/>
            <p:cNvSpPr/>
            <p:nvPr/>
          </p:nvSpPr>
          <p:spPr>
            <a:xfrm>
              <a:off x="5503942" y="2933147"/>
              <a:ext cx="39232" cy="72130"/>
            </a:xfrm>
            <a:custGeom>
              <a:avLst/>
              <a:gdLst>
                <a:gd name="connsiteX0" fmla="*/ 23162 w 39232"/>
                <a:gd name="connsiteY0" fmla="*/ 8266 h 72130"/>
                <a:gd name="connsiteX1" fmla="*/ 582 w 39232"/>
                <a:gd name="connsiteY1" fmla="*/ 14090 h 72130"/>
                <a:gd name="connsiteX2" fmla="*/ 16071 w 39232"/>
                <a:gd name="connsiteY2" fmla="*/ 63865 h 72130"/>
                <a:gd name="connsiteX3" fmla="*/ 38650 w 39232"/>
                <a:gd name="connsiteY3" fmla="*/ 58041 h 72130"/>
                <a:gd name="connsiteX4" fmla="*/ 23162 w 39232"/>
                <a:gd name="connsiteY4" fmla="*/ 8266 h 7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32" h="72130">
                  <a:moveTo>
                    <a:pt x="23162" y="8266"/>
                  </a:moveTo>
                  <a:cubicBezTo>
                    <a:pt x="18712" y="-6035"/>
                    <a:pt x="-3889" y="-277"/>
                    <a:pt x="582" y="14090"/>
                  </a:cubicBezTo>
                  <a:cubicBezTo>
                    <a:pt x="5745" y="30680"/>
                    <a:pt x="10908" y="47274"/>
                    <a:pt x="16071" y="63865"/>
                  </a:cubicBezTo>
                  <a:cubicBezTo>
                    <a:pt x="20520" y="78165"/>
                    <a:pt x="43121" y="72407"/>
                    <a:pt x="38650" y="58041"/>
                  </a:cubicBezTo>
                  <a:cubicBezTo>
                    <a:pt x="33487" y="41450"/>
                    <a:pt x="28325" y="24859"/>
                    <a:pt x="23162" y="826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4" name="任意多边形: 形状 1393"/>
            <p:cNvSpPr/>
            <p:nvPr/>
          </p:nvSpPr>
          <p:spPr>
            <a:xfrm>
              <a:off x="5453230" y="2813028"/>
              <a:ext cx="45680" cy="71450"/>
            </a:xfrm>
            <a:custGeom>
              <a:avLst/>
              <a:gdLst>
                <a:gd name="connsiteX0" fmla="*/ 23177 w 45680"/>
                <a:gd name="connsiteY0" fmla="*/ 8249 h 71450"/>
                <a:gd name="connsiteX1" fmla="*/ 597 w 45680"/>
                <a:gd name="connsiteY1" fmla="*/ 14072 h 71450"/>
                <a:gd name="connsiteX2" fmla="*/ 23613 w 45680"/>
                <a:gd name="connsiteY2" fmla="*/ 65762 h 71450"/>
                <a:gd name="connsiteX3" fmla="*/ 43981 w 45680"/>
                <a:gd name="connsiteY3" fmla="*/ 54400 h 71450"/>
                <a:gd name="connsiteX4" fmla="*/ 23177 w 45680"/>
                <a:gd name="connsiteY4" fmla="*/ 8249 h 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80" h="71450">
                  <a:moveTo>
                    <a:pt x="23177" y="8249"/>
                  </a:moveTo>
                  <a:cubicBezTo>
                    <a:pt x="18667" y="-6027"/>
                    <a:pt x="-3935" y="-272"/>
                    <a:pt x="597" y="14072"/>
                  </a:cubicBezTo>
                  <a:cubicBezTo>
                    <a:pt x="6306" y="32145"/>
                    <a:pt x="13929" y="49468"/>
                    <a:pt x="23613" y="65762"/>
                  </a:cubicBezTo>
                  <a:cubicBezTo>
                    <a:pt x="31283" y="78672"/>
                    <a:pt x="51656" y="67321"/>
                    <a:pt x="43981" y="54400"/>
                  </a:cubicBezTo>
                  <a:cubicBezTo>
                    <a:pt x="35291" y="39779"/>
                    <a:pt x="28301" y="24469"/>
                    <a:pt x="23177" y="8249"/>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5" name="任意多边形: 形状 1394"/>
            <p:cNvSpPr/>
            <p:nvPr/>
          </p:nvSpPr>
          <p:spPr>
            <a:xfrm>
              <a:off x="5579586" y="2973348"/>
              <a:ext cx="38462" cy="59652"/>
            </a:xfrm>
            <a:custGeom>
              <a:avLst/>
              <a:gdLst>
                <a:gd name="connsiteX0" fmla="*/ 21927 w 38462"/>
                <a:gd name="connsiteY0" fmla="*/ 5948 h 59652"/>
                <a:gd name="connsiteX1" fmla="*/ 6063 w 38462"/>
                <a:gd name="connsiteY1" fmla="*/ 1446 h 59652"/>
                <a:gd name="connsiteX2" fmla="*/ 1562 w 38462"/>
                <a:gd name="connsiteY2" fmla="*/ 17313 h 59652"/>
                <a:gd name="connsiteX3" fmla="*/ 15631 w 38462"/>
                <a:gd name="connsiteY3" fmla="*/ 51095 h 59652"/>
                <a:gd name="connsiteX4" fmla="*/ 38211 w 38462"/>
                <a:gd name="connsiteY4" fmla="*/ 45271 h 59652"/>
                <a:gd name="connsiteX5" fmla="*/ 21927 w 38462"/>
                <a:gd name="connsiteY5" fmla="*/ 5948 h 5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462" h="59652">
                  <a:moveTo>
                    <a:pt x="21927" y="5948"/>
                  </a:moveTo>
                  <a:cubicBezTo>
                    <a:pt x="18405" y="733"/>
                    <a:pt x="11887" y="-1802"/>
                    <a:pt x="6063" y="1446"/>
                  </a:cubicBezTo>
                  <a:cubicBezTo>
                    <a:pt x="922" y="4313"/>
                    <a:pt x="-1980" y="12070"/>
                    <a:pt x="1562" y="17313"/>
                  </a:cubicBezTo>
                  <a:cubicBezTo>
                    <a:pt x="8590" y="27718"/>
                    <a:pt x="13223" y="38770"/>
                    <a:pt x="15631" y="51095"/>
                  </a:cubicBezTo>
                  <a:cubicBezTo>
                    <a:pt x="18517" y="65854"/>
                    <a:pt x="41083" y="59961"/>
                    <a:pt x="38211" y="45271"/>
                  </a:cubicBezTo>
                  <a:cubicBezTo>
                    <a:pt x="35465" y="31232"/>
                    <a:pt x="29934" y="17801"/>
                    <a:pt x="21927" y="5948"/>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6" name="任意多边形: 形状 1395"/>
            <p:cNvSpPr/>
            <p:nvPr/>
          </p:nvSpPr>
          <p:spPr>
            <a:xfrm>
              <a:off x="5533901" y="2858778"/>
              <a:ext cx="46257" cy="63948"/>
            </a:xfrm>
            <a:custGeom>
              <a:avLst/>
              <a:gdLst>
                <a:gd name="connsiteX0" fmla="*/ 44701 w 46257"/>
                <a:gd name="connsiteY0" fmla="*/ 46756 h 63948"/>
                <a:gd name="connsiteX1" fmla="*/ 21924 w 46257"/>
                <a:gd name="connsiteY1" fmla="*/ 5830 h 63948"/>
                <a:gd name="connsiteX2" fmla="*/ 1556 w 46257"/>
                <a:gd name="connsiteY2" fmla="*/ 17192 h 63948"/>
                <a:gd name="connsiteX3" fmla="*/ 24332 w 46257"/>
                <a:gd name="connsiteY3" fmla="*/ 58121 h 63948"/>
                <a:gd name="connsiteX4" fmla="*/ 44701 w 46257"/>
                <a:gd name="connsiteY4" fmla="*/ 46756 h 63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57" h="63948">
                  <a:moveTo>
                    <a:pt x="44701" y="46756"/>
                  </a:moveTo>
                  <a:cubicBezTo>
                    <a:pt x="37108" y="33114"/>
                    <a:pt x="29517" y="19472"/>
                    <a:pt x="21924" y="5830"/>
                  </a:cubicBezTo>
                  <a:cubicBezTo>
                    <a:pt x="14611" y="-7310"/>
                    <a:pt x="-5744" y="4071"/>
                    <a:pt x="1556" y="17192"/>
                  </a:cubicBezTo>
                  <a:cubicBezTo>
                    <a:pt x="9149" y="30834"/>
                    <a:pt x="16739" y="44476"/>
                    <a:pt x="24332" y="58121"/>
                  </a:cubicBezTo>
                  <a:cubicBezTo>
                    <a:pt x="31646" y="71258"/>
                    <a:pt x="52003" y="59876"/>
                    <a:pt x="44701" y="4675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7" name="任意多边形: 形状 1396"/>
            <p:cNvSpPr/>
            <p:nvPr/>
          </p:nvSpPr>
          <p:spPr>
            <a:xfrm>
              <a:off x="5479813" y="2740126"/>
              <a:ext cx="46452" cy="69386"/>
            </a:xfrm>
            <a:custGeom>
              <a:avLst/>
              <a:gdLst>
                <a:gd name="connsiteX0" fmla="*/ 24720 w 46452"/>
                <a:gd name="connsiteY0" fmla="*/ 63383 h 69386"/>
                <a:gd name="connsiteX1" fmla="*/ 45088 w 46452"/>
                <a:gd name="connsiteY1" fmla="*/ 52021 h 69386"/>
                <a:gd name="connsiteX2" fmla="*/ 21732 w 46452"/>
                <a:gd name="connsiteY2" fmla="*/ 6003 h 69386"/>
                <a:gd name="connsiteX3" fmla="*/ 1364 w 46452"/>
                <a:gd name="connsiteY3" fmla="*/ 17366 h 69386"/>
                <a:gd name="connsiteX4" fmla="*/ 24720 w 46452"/>
                <a:gd name="connsiteY4" fmla="*/ 63383 h 69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52" h="69386">
                  <a:moveTo>
                    <a:pt x="24720" y="63383"/>
                  </a:moveTo>
                  <a:cubicBezTo>
                    <a:pt x="31531" y="76806"/>
                    <a:pt x="51867" y="65377"/>
                    <a:pt x="45088" y="52021"/>
                  </a:cubicBezTo>
                  <a:cubicBezTo>
                    <a:pt x="37303" y="36681"/>
                    <a:pt x="29517" y="21343"/>
                    <a:pt x="21732" y="6003"/>
                  </a:cubicBezTo>
                  <a:cubicBezTo>
                    <a:pt x="14921" y="-7419"/>
                    <a:pt x="-5414" y="4009"/>
                    <a:pt x="1364" y="17366"/>
                  </a:cubicBezTo>
                  <a:lnTo>
                    <a:pt x="24720" y="63383"/>
                  </a:ln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8" name="任意多边形: 形状 1397"/>
            <p:cNvSpPr/>
            <p:nvPr/>
          </p:nvSpPr>
          <p:spPr>
            <a:xfrm>
              <a:off x="5555395" y="2772765"/>
              <a:ext cx="51195" cy="69971"/>
            </a:xfrm>
            <a:custGeom>
              <a:avLst/>
              <a:gdLst>
                <a:gd name="connsiteX0" fmla="*/ 29168 w 51195"/>
                <a:gd name="connsiteY0" fmla="*/ 64244 h 69971"/>
                <a:gd name="connsiteX1" fmla="*/ 49536 w 51195"/>
                <a:gd name="connsiteY1" fmla="*/ 52881 h 69971"/>
                <a:gd name="connsiteX2" fmla="*/ 22027 w 51195"/>
                <a:gd name="connsiteY2" fmla="*/ 5728 h 69971"/>
                <a:gd name="connsiteX3" fmla="*/ 1659 w 51195"/>
                <a:gd name="connsiteY3" fmla="*/ 17091 h 69971"/>
                <a:gd name="connsiteX4" fmla="*/ 29168 w 51195"/>
                <a:gd name="connsiteY4" fmla="*/ 64244 h 69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195" h="69971">
                  <a:moveTo>
                    <a:pt x="29168" y="64244"/>
                  </a:moveTo>
                  <a:cubicBezTo>
                    <a:pt x="36739" y="77219"/>
                    <a:pt x="57107" y="65859"/>
                    <a:pt x="49536" y="52881"/>
                  </a:cubicBezTo>
                  <a:cubicBezTo>
                    <a:pt x="40366" y="37162"/>
                    <a:pt x="31198" y="21444"/>
                    <a:pt x="22027" y="5728"/>
                  </a:cubicBezTo>
                  <a:cubicBezTo>
                    <a:pt x="14456" y="-7247"/>
                    <a:pt x="-5912" y="4112"/>
                    <a:pt x="1659" y="17091"/>
                  </a:cubicBezTo>
                  <a:lnTo>
                    <a:pt x="29168" y="64244"/>
                  </a:ln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9" name="任意多边形: 形状 1398"/>
            <p:cNvSpPr/>
            <p:nvPr/>
          </p:nvSpPr>
          <p:spPr>
            <a:xfrm>
              <a:off x="5619881" y="2905925"/>
              <a:ext cx="43292" cy="63604"/>
            </a:xfrm>
            <a:custGeom>
              <a:avLst/>
              <a:gdLst>
                <a:gd name="connsiteX0" fmla="*/ 42074 w 43292"/>
                <a:gd name="connsiteY0" fmla="*/ 47454 h 63604"/>
                <a:gd name="connsiteX1" fmla="*/ 22471 w 43292"/>
                <a:gd name="connsiteY1" fmla="*/ 6544 h 63604"/>
                <a:gd name="connsiteX2" fmla="*/ 1219 w 43292"/>
                <a:gd name="connsiteY2" fmla="*/ 16151 h 63604"/>
                <a:gd name="connsiteX3" fmla="*/ 20822 w 43292"/>
                <a:gd name="connsiteY3" fmla="*/ 57060 h 63604"/>
                <a:gd name="connsiteX4" fmla="*/ 42074 w 43292"/>
                <a:gd name="connsiteY4" fmla="*/ 47454 h 6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2" h="63604">
                  <a:moveTo>
                    <a:pt x="42074" y="47454"/>
                  </a:moveTo>
                  <a:cubicBezTo>
                    <a:pt x="35539" y="33817"/>
                    <a:pt x="29005" y="20181"/>
                    <a:pt x="22471" y="6544"/>
                  </a:cubicBezTo>
                  <a:cubicBezTo>
                    <a:pt x="15980" y="-7002"/>
                    <a:pt x="-5274" y="2599"/>
                    <a:pt x="1219" y="16151"/>
                  </a:cubicBezTo>
                  <a:cubicBezTo>
                    <a:pt x="7753" y="29787"/>
                    <a:pt x="14288" y="43424"/>
                    <a:pt x="20822" y="57060"/>
                  </a:cubicBezTo>
                  <a:cubicBezTo>
                    <a:pt x="27309" y="70606"/>
                    <a:pt x="48567" y="61005"/>
                    <a:pt x="42074" y="47454"/>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00" name="图形 4"/>
          <p:cNvGrpSpPr/>
          <p:nvPr/>
        </p:nvGrpSpPr>
        <p:grpSpPr>
          <a:xfrm>
            <a:off x="6447561" y="6394669"/>
            <a:ext cx="396342" cy="292276"/>
            <a:chOff x="4610623" y="3890696"/>
            <a:chExt cx="88865" cy="65532"/>
          </a:xfrm>
          <a:solidFill>
            <a:srgbClr val="FF9B02"/>
          </a:solidFill>
        </p:grpSpPr>
        <p:sp>
          <p:nvSpPr>
            <p:cNvPr id="1401" name="任意多边形: 形状 1400"/>
            <p:cNvSpPr/>
            <p:nvPr/>
          </p:nvSpPr>
          <p:spPr>
            <a:xfrm>
              <a:off x="4642540" y="3936236"/>
              <a:ext cx="20277" cy="19992"/>
            </a:xfrm>
            <a:custGeom>
              <a:avLst/>
              <a:gdLst>
                <a:gd name="connsiteX0" fmla="*/ 18440 w 20277"/>
                <a:gd name="connsiteY0" fmla="*/ 15708 h 19992"/>
                <a:gd name="connsiteX1" fmla="*/ 1838 w 20277"/>
                <a:gd name="connsiteY1" fmla="*/ 4282 h 19992"/>
                <a:gd name="connsiteX2" fmla="*/ 18440 w 20277"/>
                <a:gd name="connsiteY2" fmla="*/ 15708 h 19992"/>
              </a:gdLst>
              <a:ahLst/>
              <a:cxnLst>
                <a:cxn ang="0">
                  <a:pos x="connsiteX0" y="connsiteY0"/>
                </a:cxn>
                <a:cxn ang="0">
                  <a:pos x="connsiteX1" y="connsiteY1"/>
                </a:cxn>
                <a:cxn ang="0">
                  <a:pos x="connsiteX2" y="connsiteY2"/>
                </a:cxn>
              </a:cxnLst>
              <a:rect l="l" t="t" r="r" b="b"/>
              <a:pathLst>
                <a:path w="20277" h="19992">
                  <a:moveTo>
                    <a:pt x="18440" y="15708"/>
                  </a:moveTo>
                  <a:cubicBezTo>
                    <a:pt x="25792" y="5026"/>
                    <a:pt x="9203" y="-6416"/>
                    <a:pt x="1838" y="4282"/>
                  </a:cubicBezTo>
                  <a:cubicBezTo>
                    <a:pt x="-5514" y="14967"/>
                    <a:pt x="11074" y="26409"/>
                    <a:pt x="18440" y="1570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2" name="任意多边形: 形状 1401"/>
            <p:cNvSpPr/>
            <p:nvPr/>
          </p:nvSpPr>
          <p:spPr>
            <a:xfrm>
              <a:off x="4679212" y="3890696"/>
              <a:ext cx="20276" cy="19990"/>
            </a:xfrm>
            <a:custGeom>
              <a:avLst/>
              <a:gdLst>
                <a:gd name="connsiteX0" fmla="*/ 18439 w 20276"/>
                <a:gd name="connsiteY0" fmla="*/ 15708 h 19990"/>
                <a:gd name="connsiteX1" fmla="*/ 1837 w 20276"/>
                <a:gd name="connsiteY1" fmla="*/ 4282 h 19990"/>
                <a:gd name="connsiteX2" fmla="*/ 18439 w 20276"/>
                <a:gd name="connsiteY2" fmla="*/ 15708 h 19990"/>
              </a:gdLst>
              <a:ahLst/>
              <a:cxnLst>
                <a:cxn ang="0">
                  <a:pos x="connsiteX0" y="connsiteY0"/>
                </a:cxn>
                <a:cxn ang="0">
                  <a:pos x="connsiteX1" y="connsiteY1"/>
                </a:cxn>
                <a:cxn ang="0">
                  <a:pos x="connsiteX2" y="connsiteY2"/>
                </a:cxn>
              </a:cxnLst>
              <a:rect l="l" t="t" r="r" b="b"/>
              <a:pathLst>
                <a:path w="20276" h="19990">
                  <a:moveTo>
                    <a:pt x="18439" y="15708"/>
                  </a:moveTo>
                  <a:cubicBezTo>
                    <a:pt x="25790" y="5026"/>
                    <a:pt x="9202" y="-6416"/>
                    <a:pt x="1837" y="4282"/>
                  </a:cubicBezTo>
                  <a:cubicBezTo>
                    <a:pt x="-5512" y="14964"/>
                    <a:pt x="11076" y="26406"/>
                    <a:pt x="18439" y="1570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3" name="任意多边形: 形状 1402"/>
            <p:cNvSpPr/>
            <p:nvPr/>
          </p:nvSpPr>
          <p:spPr>
            <a:xfrm>
              <a:off x="4610623" y="3897927"/>
              <a:ext cx="20277" cy="19990"/>
            </a:xfrm>
            <a:custGeom>
              <a:avLst/>
              <a:gdLst>
                <a:gd name="connsiteX0" fmla="*/ 18440 w 20277"/>
                <a:gd name="connsiteY0" fmla="*/ 15708 h 19990"/>
                <a:gd name="connsiteX1" fmla="*/ 1838 w 20277"/>
                <a:gd name="connsiteY1" fmla="*/ 4282 h 19990"/>
                <a:gd name="connsiteX2" fmla="*/ 18440 w 20277"/>
                <a:gd name="connsiteY2" fmla="*/ 15708 h 19990"/>
              </a:gdLst>
              <a:ahLst/>
              <a:cxnLst>
                <a:cxn ang="0">
                  <a:pos x="connsiteX0" y="connsiteY0"/>
                </a:cxn>
                <a:cxn ang="0">
                  <a:pos x="connsiteX1" y="connsiteY1"/>
                </a:cxn>
                <a:cxn ang="0">
                  <a:pos x="connsiteX2" y="connsiteY2"/>
                </a:cxn>
              </a:cxnLst>
              <a:rect l="l" t="t" r="r" b="b"/>
              <a:pathLst>
                <a:path w="20277" h="19990">
                  <a:moveTo>
                    <a:pt x="18440" y="15708"/>
                  </a:moveTo>
                  <a:cubicBezTo>
                    <a:pt x="25791" y="5026"/>
                    <a:pt x="9203" y="-6416"/>
                    <a:pt x="1838" y="4282"/>
                  </a:cubicBezTo>
                  <a:cubicBezTo>
                    <a:pt x="-5514" y="14964"/>
                    <a:pt x="11077" y="26406"/>
                    <a:pt x="18440" y="1570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04" name="图形 4"/>
          <p:cNvGrpSpPr/>
          <p:nvPr/>
        </p:nvGrpSpPr>
        <p:grpSpPr>
          <a:xfrm>
            <a:off x="11220424" y="3503538"/>
            <a:ext cx="359654" cy="305683"/>
            <a:chOff x="3752455" y="2299117"/>
            <a:chExt cx="80639" cy="68538"/>
          </a:xfrm>
          <a:solidFill>
            <a:srgbClr val="0B79D9"/>
          </a:solidFill>
        </p:grpSpPr>
        <p:sp>
          <p:nvSpPr>
            <p:cNvPr id="1405" name="任意多边形: 形状 1404"/>
            <p:cNvSpPr/>
            <p:nvPr/>
          </p:nvSpPr>
          <p:spPr>
            <a:xfrm>
              <a:off x="3808142" y="2299117"/>
              <a:ext cx="12141" cy="12566"/>
            </a:xfrm>
            <a:custGeom>
              <a:avLst/>
              <a:gdLst>
                <a:gd name="connsiteX0" fmla="*/ 5202 w 12141"/>
                <a:gd name="connsiteY0" fmla="*/ 12495 h 12566"/>
                <a:gd name="connsiteX1" fmla="*/ 6938 w 12141"/>
                <a:gd name="connsiteY1" fmla="*/ 71 h 12566"/>
                <a:gd name="connsiteX2" fmla="*/ 5202 w 12141"/>
                <a:gd name="connsiteY2" fmla="*/ 12495 h 12566"/>
              </a:gdLst>
              <a:ahLst/>
              <a:cxnLst>
                <a:cxn ang="0">
                  <a:pos x="connsiteX0" y="connsiteY0"/>
                </a:cxn>
                <a:cxn ang="0">
                  <a:pos x="connsiteX1" y="connsiteY1"/>
                </a:cxn>
                <a:cxn ang="0">
                  <a:pos x="connsiteX2" y="connsiteY2"/>
                </a:cxn>
              </a:cxnLst>
              <a:rect l="l" t="t" r="r" b="b"/>
              <a:pathLst>
                <a:path w="12141" h="12566">
                  <a:moveTo>
                    <a:pt x="5202" y="12495"/>
                  </a:moveTo>
                  <a:cubicBezTo>
                    <a:pt x="13196" y="13614"/>
                    <a:pt x="14946" y="1190"/>
                    <a:pt x="6938" y="71"/>
                  </a:cubicBezTo>
                  <a:cubicBezTo>
                    <a:pt x="-1053" y="-1046"/>
                    <a:pt x="-2805" y="11376"/>
                    <a:pt x="5202" y="1249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6" name="任意多边形: 形状 1405"/>
            <p:cNvSpPr/>
            <p:nvPr/>
          </p:nvSpPr>
          <p:spPr>
            <a:xfrm>
              <a:off x="3752455" y="2346796"/>
              <a:ext cx="12142" cy="12566"/>
            </a:xfrm>
            <a:custGeom>
              <a:avLst/>
              <a:gdLst>
                <a:gd name="connsiteX0" fmla="*/ 5203 w 12142"/>
                <a:gd name="connsiteY0" fmla="*/ 12495 h 12566"/>
                <a:gd name="connsiteX1" fmla="*/ 6942 w 12142"/>
                <a:gd name="connsiteY1" fmla="*/ 71 h 12566"/>
                <a:gd name="connsiteX2" fmla="*/ 5203 w 12142"/>
                <a:gd name="connsiteY2" fmla="*/ 12495 h 12566"/>
              </a:gdLst>
              <a:ahLst/>
              <a:cxnLst>
                <a:cxn ang="0">
                  <a:pos x="connsiteX0" y="connsiteY0"/>
                </a:cxn>
                <a:cxn ang="0">
                  <a:pos x="connsiteX1" y="connsiteY1"/>
                </a:cxn>
                <a:cxn ang="0">
                  <a:pos x="connsiteX2" y="connsiteY2"/>
                </a:cxn>
              </a:cxnLst>
              <a:rect l="l" t="t" r="r" b="b"/>
              <a:pathLst>
                <a:path w="12142" h="12566">
                  <a:moveTo>
                    <a:pt x="5203" y="12495"/>
                  </a:moveTo>
                  <a:cubicBezTo>
                    <a:pt x="13196" y="13614"/>
                    <a:pt x="14946" y="1190"/>
                    <a:pt x="6942" y="71"/>
                  </a:cubicBezTo>
                  <a:cubicBezTo>
                    <a:pt x="-1055" y="-1046"/>
                    <a:pt x="-2805" y="11376"/>
                    <a:pt x="5203" y="1249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7" name="任意多边形: 形状 1406"/>
            <p:cNvSpPr/>
            <p:nvPr/>
          </p:nvSpPr>
          <p:spPr>
            <a:xfrm>
              <a:off x="3820953" y="2355089"/>
              <a:ext cx="12141" cy="12566"/>
            </a:xfrm>
            <a:custGeom>
              <a:avLst/>
              <a:gdLst>
                <a:gd name="connsiteX0" fmla="*/ 5202 w 12141"/>
                <a:gd name="connsiteY0" fmla="*/ 12495 h 12566"/>
                <a:gd name="connsiteX1" fmla="*/ 6938 w 12141"/>
                <a:gd name="connsiteY1" fmla="*/ 71 h 12566"/>
                <a:gd name="connsiteX2" fmla="*/ 5202 w 12141"/>
                <a:gd name="connsiteY2" fmla="*/ 12495 h 12566"/>
              </a:gdLst>
              <a:ahLst/>
              <a:cxnLst>
                <a:cxn ang="0">
                  <a:pos x="connsiteX0" y="connsiteY0"/>
                </a:cxn>
                <a:cxn ang="0">
                  <a:pos x="connsiteX1" y="connsiteY1"/>
                </a:cxn>
                <a:cxn ang="0">
                  <a:pos x="connsiteX2" y="connsiteY2"/>
                </a:cxn>
              </a:cxnLst>
              <a:rect l="l" t="t" r="r" b="b"/>
              <a:pathLst>
                <a:path w="12141" h="12566">
                  <a:moveTo>
                    <a:pt x="5202" y="12495"/>
                  </a:moveTo>
                  <a:cubicBezTo>
                    <a:pt x="13196" y="13614"/>
                    <a:pt x="14946" y="1191"/>
                    <a:pt x="6938" y="71"/>
                  </a:cubicBezTo>
                  <a:cubicBezTo>
                    <a:pt x="-1053" y="-1048"/>
                    <a:pt x="-2805" y="11373"/>
                    <a:pt x="5202" y="1249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08" name="图形 4"/>
          <p:cNvGrpSpPr/>
          <p:nvPr/>
        </p:nvGrpSpPr>
        <p:grpSpPr>
          <a:xfrm>
            <a:off x="9605515" y="5533738"/>
            <a:ext cx="370938" cy="496220"/>
            <a:chOff x="5393699" y="3737106"/>
            <a:chExt cx="83169" cy="111259"/>
          </a:xfrm>
          <a:solidFill>
            <a:srgbClr val="3D5F7C"/>
          </a:solidFill>
        </p:grpSpPr>
        <p:sp>
          <p:nvSpPr>
            <p:cNvPr id="1409" name="任意多边形: 形状 1408"/>
            <p:cNvSpPr/>
            <p:nvPr/>
          </p:nvSpPr>
          <p:spPr>
            <a:xfrm>
              <a:off x="5406093" y="3835729"/>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7"/>
                    <a:pt x="2261" y="15767"/>
                    <a:pt x="9289" y="11770"/>
                  </a:cubicBezTo>
                  <a:cubicBezTo>
                    <a:pt x="16306" y="7782"/>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sp>
          <p:nvSpPr>
            <p:cNvPr id="1410" name="任意多边形: 形状 1409"/>
            <p:cNvSpPr/>
            <p:nvPr/>
          </p:nvSpPr>
          <p:spPr>
            <a:xfrm>
              <a:off x="5464493" y="3793698"/>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7"/>
                    <a:pt x="2261" y="15767"/>
                    <a:pt x="9289" y="11770"/>
                  </a:cubicBezTo>
                  <a:cubicBezTo>
                    <a:pt x="16306" y="7781"/>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sp>
          <p:nvSpPr>
            <p:cNvPr id="1411" name="任意多边形: 形状 1410"/>
            <p:cNvSpPr/>
            <p:nvPr/>
          </p:nvSpPr>
          <p:spPr>
            <a:xfrm>
              <a:off x="5393699" y="3775173"/>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7"/>
                    <a:pt x="2261" y="15767"/>
                    <a:pt x="9289" y="11770"/>
                  </a:cubicBezTo>
                  <a:cubicBezTo>
                    <a:pt x="16306" y="7779"/>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sp>
          <p:nvSpPr>
            <p:cNvPr id="1412" name="任意多边形: 形状 1411"/>
            <p:cNvSpPr/>
            <p:nvPr/>
          </p:nvSpPr>
          <p:spPr>
            <a:xfrm>
              <a:off x="5452883" y="3737106"/>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8"/>
                    <a:pt x="2261" y="15767"/>
                    <a:pt x="9289" y="11770"/>
                  </a:cubicBezTo>
                  <a:cubicBezTo>
                    <a:pt x="16306" y="7779"/>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grpSp>
      <p:sp>
        <p:nvSpPr>
          <p:cNvPr id="1413" name="任意多边形: 形状 1412"/>
          <p:cNvSpPr/>
          <p:nvPr/>
        </p:nvSpPr>
        <p:spPr>
          <a:xfrm>
            <a:off x="9790984" y="424766"/>
            <a:ext cx="247113" cy="294332"/>
          </a:xfrm>
          <a:custGeom>
            <a:avLst/>
            <a:gdLst>
              <a:gd name="connsiteX0" fmla="*/ 857 w 55406"/>
              <a:gd name="connsiteY0" fmla="*/ 48302 h 65993"/>
              <a:gd name="connsiteX1" fmla="*/ 9602 w 55406"/>
              <a:gd name="connsiteY1" fmla="*/ 50596 h 65993"/>
              <a:gd name="connsiteX2" fmla="*/ 9690 w 55406"/>
              <a:gd name="connsiteY2" fmla="*/ 50527 h 65993"/>
              <a:gd name="connsiteX3" fmla="*/ 9893 w 55406"/>
              <a:gd name="connsiteY3" fmla="*/ 50494 h 65993"/>
              <a:gd name="connsiteX4" fmla="*/ 19593 w 55406"/>
              <a:gd name="connsiteY4" fmla="*/ 48415 h 65993"/>
              <a:gd name="connsiteX5" fmla="*/ 23028 w 55406"/>
              <a:gd name="connsiteY5" fmla="*/ 61569 h 65993"/>
              <a:gd name="connsiteX6" fmla="*/ 32917 w 55406"/>
              <a:gd name="connsiteY6" fmla="*/ 64956 h 65993"/>
              <a:gd name="connsiteX7" fmla="*/ 36360 w 55406"/>
              <a:gd name="connsiteY7" fmla="*/ 59289 h 65993"/>
              <a:gd name="connsiteX8" fmla="*/ 37975 w 55406"/>
              <a:gd name="connsiteY8" fmla="*/ 43782 h 65993"/>
              <a:gd name="connsiteX9" fmla="*/ 49233 w 55406"/>
              <a:gd name="connsiteY9" fmla="*/ 43461 h 65993"/>
              <a:gd name="connsiteX10" fmla="*/ 55397 w 55406"/>
              <a:gd name="connsiteY10" fmla="*/ 36789 h 65993"/>
              <a:gd name="connsiteX11" fmla="*/ 52284 w 55406"/>
              <a:gd name="connsiteY11" fmla="*/ 30886 h 65993"/>
              <a:gd name="connsiteX12" fmla="*/ 40713 w 55406"/>
              <a:gd name="connsiteY12" fmla="*/ 24837 h 65993"/>
              <a:gd name="connsiteX13" fmla="*/ 47670 w 55406"/>
              <a:gd name="connsiteY13" fmla="*/ 8117 h 65993"/>
              <a:gd name="connsiteX14" fmla="*/ 43207 w 55406"/>
              <a:gd name="connsiteY14" fmla="*/ 255 h 65993"/>
              <a:gd name="connsiteX15" fmla="*/ 35345 w 55406"/>
              <a:gd name="connsiteY15" fmla="*/ 4718 h 65993"/>
              <a:gd name="connsiteX16" fmla="*/ 28832 w 55406"/>
              <a:gd name="connsiteY16" fmla="*/ 20377 h 65993"/>
              <a:gd name="connsiteX17" fmla="*/ 14987 w 55406"/>
              <a:gd name="connsiteY17" fmla="*/ 7390 h 65993"/>
              <a:gd name="connsiteX18" fmla="*/ 3979 w 55406"/>
              <a:gd name="connsiteY18" fmla="*/ 12125 h 65993"/>
              <a:gd name="connsiteX19" fmla="*/ 4270 w 55406"/>
              <a:gd name="connsiteY19" fmla="*/ 18127 h 65993"/>
              <a:gd name="connsiteX20" fmla="*/ 12735 w 55406"/>
              <a:gd name="connsiteY20" fmla="*/ 31270 h 65993"/>
              <a:gd name="connsiteX21" fmla="*/ 3156 w 55406"/>
              <a:gd name="connsiteY21" fmla="*/ 39554 h 65993"/>
              <a:gd name="connsiteX22" fmla="*/ 857 w 55406"/>
              <a:gd name="connsiteY22" fmla="*/ 48302 h 65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406" h="65993">
                <a:moveTo>
                  <a:pt x="857" y="48302"/>
                </a:moveTo>
                <a:cubicBezTo>
                  <a:pt x="2451" y="51026"/>
                  <a:pt x="6818" y="52670"/>
                  <a:pt x="9602" y="50596"/>
                </a:cubicBezTo>
                <a:cubicBezTo>
                  <a:pt x="9633" y="50574"/>
                  <a:pt x="9660" y="50552"/>
                  <a:pt x="9690" y="50527"/>
                </a:cubicBezTo>
                <a:cubicBezTo>
                  <a:pt x="9759" y="50513"/>
                  <a:pt x="9825" y="50508"/>
                  <a:pt x="9893" y="50494"/>
                </a:cubicBezTo>
                <a:cubicBezTo>
                  <a:pt x="13127" y="49800"/>
                  <a:pt x="16359" y="49109"/>
                  <a:pt x="19593" y="48415"/>
                </a:cubicBezTo>
                <a:cubicBezTo>
                  <a:pt x="20479" y="52859"/>
                  <a:pt x="21615" y="57240"/>
                  <a:pt x="23028" y="61569"/>
                </a:cubicBezTo>
                <a:cubicBezTo>
                  <a:pt x="24564" y="66270"/>
                  <a:pt x="29674" y="66912"/>
                  <a:pt x="32917" y="64956"/>
                </a:cubicBezTo>
                <a:cubicBezTo>
                  <a:pt x="34908" y="63878"/>
                  <a:pt x="36110" y="61711"/>
                  <a:pt x="36360" y="59289"/>
                </a:cubicBezTo>
                <a:cubicBezTo>
                  <a:pt x="36897" y="54121"/>
                  <a:pt x="37438" y="48950"/>
                  <a:pt x="37975" y="43782"/>
                </a:cubicBezTo>
                <a:cubicBezTo>
                  <a:pt x="41728" y="43675"/>
                  <a:pt x="45481" y="43568"/>
                  <a:pt x="49233" y="43461"/>
                </a:cubicBezTo>
                <a:cubicBezTo>
                  <a:pt x="53384" y="43343"/>
                  <a:pt x="55441" y="40018"/>
                  <a:pt x="55397" y="36789"/>
                </a:cubicBezTo>
                <a:cubicBezTo>
                  <a:pt x="55521" y="34444"/>
                  <a:pt x="54437" y="32013"/>
                  <a:pt x="52284" y="30886"/>
                </a:cubicBezTo>
                <a:cubicBezTo>
                  <a:pt x="48427" y="28869"/>
                  <a:pt x="44570" y="26853"/>
                  <a:pt x="40713" y="24837"/>
                </a:cubicBezTo>
                <a:cubicBezTo>
                  <a:pt x="43031" y="19263"/>
                  <a:pt x="45349" y="13689"/>
                  <a:pt x="47670" y="8117"/>
                </a:cubicBezTo>
                <a:cubicBezTo>
                  <a:pt x="49006" y="4905"/>
                  <a:pt x="46224" y="1122"/>
                  <a:pt x="43207" y="255"/>
                </a:cubicBezTo>
                <a:cubicBezTo>
                  <a:pt x="39542" y="-798"/>
                  <a:pt x="36664" y="1547"/>
                  <a:pt x="35345" y="4718"/>
                </a:cubicBezTo>
                <a:cubicBezTo>
                  <a:pt x="33175" y="9939"/>
                  <a:pt x="31002" y="15157"/>
                  <a:pt x="28832" y="20377"/>
                </a:cubicBezTo>
                <a:cubicBezTo>
                  <a:pt x="24218" y="16048"/>
                  <a:pt x="19601" y="11719"/>
                  <a:pt x="14987" y="7390"/>
                </a:cubicBezTo>
                <a:cubicBezTo>
                  <a:pt x="10401" y="3089"/>
                  <a:pt x="4028" y="7358"/>
                  <a:pt x="3979" y="12125"/>
                </a:cubicBezTo>
                <a:cubicBezTo>
                  <a:pt x="2994" y="13807"/>
                  <a:pt x="2860" y="15938"/>
                  <a:pt x="4270" y="18127"/>
                </a:cubicBezTo>
                <a:cubicBezTo>
                  <a:pt x="7092" y="22508"/>
                  <a:pt x="9912" y="26889"/>
                  <a:pt x="12735" y="31270"/>
                </a:cubicBezTo>
                <a:cubicBezTo>
                  <a:pt x="9720" y="34233"/>
                  <a:pt x="6544" y="37028"/>
                  <a:pt x="3156" y="39554"/>
                </a:cubicBezTo>
                <a:cubicBezTo>
                  <a:pt x="388" y="41617"/>
                  <a:pt x="-1022" y="45087"/>
                  <a:pt x="857" y="48302"/>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1417" name="图形 4" descr="D:\51PPT模板网\51pptmoban.com\图片.jpg"/>
          <p:cNvGrpSpPr/>
          <p:nvPr/>
        </p:nvGrpSpPr>
        <p:grpSpPr>
          <a:xfrm>
            <a:off x="11055186" y="0"/>
            <a:ext cx="1388213" cy="2295331"/>
            <a:chOff x="5537275" y="2063179"/>
            <a:chExt cx="482468" cy="797734"/>
          </a:xfrm>
          <a:solidFill>
            <a:srgbClr val="3D5F7C"/>
          </a:solidFill>
        </p:grpSpPr>
        <p:sp>
          <p:nvSpPr>
            <p:cNvPr id="1418" name="任意多边形: 形状 1417"/>
            <p:cNvSpPr/>
            <p:nvPr/>
          </p:nvSpPr>
          <p:spPr>
            <a:xfrm>
              <a:off x="5537275" y="2063179"/>
              <a:ext cx="410708" cy="797734"/>
            </a:xfrm>
            <a:custGeom>
              <a:avLst/>
              <a:gdLst>
                <a:gd name="connsiteX0" fmla="*/ 38361 w 410708"/>
                <a:gd name="connsiteY0" fmla="*/ 8601 h 797734"/>
                <a:gd name="connsiteX1" fmla="*/ 19211 w 410708"/>
                <a:gd name="connsiteY1" fmla="*/ 187647 h 797734"/>
                <a:gd name="connsiteX2" fmla="*/ 116348 w 410708"/>
                <a:gd name="connsiteY2" fmla="*/ 370322 h 797734"/>
                <a:gd name="connsiteX3" fmla="*/ 200188 w 410708"/>
                <a:gd name="connsiteY3" fmla="*/ 449022 h 797734"/>
                <a:gd name="connsiteX4" fmla="*/ 245772 w 410708"/>
                <a:gd name="connsiteY4" fmla="*/ 483704 h 797734"/>
                <a:gd name="connsiteX5" fmla="*/ 287298 w 410708"/>
                <a:gd name="connsiteY5" fmla="*/ 522161 h 797734"/>
                <a:gd name="connsiteX6" fmla="*/ 308959 w 410708"/>
                <a:gd name="connsiteY6" fmla="*/ 566115 h 797734"/>
                <a:gd name="connsiteX7" fmla="*/ 305568 w 410708"/>
                <a:gd name="connsiteY7" fmla="*/ 611726 h 797734"/>
                <a:gd name="connsiteX8" fmla="*/ 269278 w 410708"/>
                <a:gd name="connsiteY8" fmla="*/ 692878 h 797734"/>
                <a:gd name="connsiteX9" fmla="*/ 300463 w 410708"/>
                <a:gd name="connsiteY9" fmla="*/ 769822 h 797734"/>
                <a:gd name="connsiteX10" fmla="*/ 382918 w 410708"/>
                <a:gd name="connsiteY10" fmla="*/ 777673 h 797734"/>
                <a:gd name="connsiteX11" fmla="*/ 401070 w 410708"/>
                <a:gd name="connsiteY11" fmla="*/ 766012 h 797734"/>
                <a:gd name="connsiteX12" fmla="*/ 408391 w 410708"/>
                <a:gd name="connsiteY12" fmla="*/ 776198 h 797734"/>
                <a:gd name="connsiteX13" fmla="*/ 321168 w 410708"/>
                <a:gd name="connsiteY13" fmla="*/ 793932 h 797734"/>
                <a:gd name="connsiteX14" fmla="*/ 259734 w 410708"/>
                <a:gd name="connsiteY14" fmla="*/ 730822 h 797734"/>
                <a:gd name="connsiteX15" fmla="*/ 257831 w 410708"/>
                <a:gd name="connsiteY15" fmla="*/ 685815 h 797734"/>
                <a:gd name="connsiteX16" fmla="*/ 275974 w 410708"/>
                <a:gd name="connsiteY16" fmla="*/ 643188 h 797734"/>
                <a:gd name="connsiteX17" fmla="*/ 295758 w 410708"/>
                <a:gd name="connsiteY17" fmla="*/ 601387 h 797734"/>
                <a:gd name="connsiteX18" fmla="*/ 292321 w 410708"/>
                <a:gd name="connsiteY18" fmla="*/ 554824 h 797734"/>
                <a:gd name="connsiteX19" fmla="*/ 215020 w 410708"/>
                <a:gd name="connsiteY19" fmla="*/ 476443 h 797734"/>
                <a:gd name="connsiteX20" fmla="*/ 125696 w 410708"/>
                <a:gd name="connsiteY20" fmla="*/ 398662 h 797734"/>
                <a:gd name="connsiteX21" fmla="*/ 12141 w 410708"/>
                <a:gd name="connsiteY21" fmla="*/ 211551 h 797734"/>
                <a:gd name="connsiteX22" fmla="*/ 17460 w 410708"/>
                <a:gd name="connsiteY22" fmla="*/ 25019 h 797734"/>
                <a:gd name="connsiteX23" fmla="*/ 26894 w 410708"/>
                <a:gd name="connsiteY23" fmla="*/ 3509 h 797734"/>
                <a:gd name="connsiteX24" fmla="*/ 38361 w 410708"/>
                <a:gd name="connsiteY24" fmla="*/ 8601 h 79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0708" h="797734">
                  <a:moveTo>
                    <a:pt x="38361" y="8601"/>
                  </a:moveTo>
                  <a:cubicBezTo>
                    <a:pt x="10929" y="63989"/>
                    <a:pt x="6844" y="127661"/>
                    <a:pt x="19211" y="187647"/>
                  </a:cubicBezTo>
                  <a:cubicBezTo>
                    <a:pt x="33401" y="256474"/>
                    <a:pt x="70124" y="318152"/>
                    <a:pt x="116348" y="370322"/>
                  </a:cubicBezTo>
                  <a:cubicBezTo>
                    <a:pt x="141796" y="399046"/>
                    <a:pt x="170279" y="425021"/>
                    <a:pt x="200188" y="449022"/>
                  </a:cubicBezTo>
                  <a:cubicBezTo>
                    <a:pt x="215089" y="460979"/>
                    <a:pt x="230547" y="472169"/>
                    <a:pt x="245772" y="483704"/>
                  </a:cubicBezTo>
                  <a:cubicBezTo>
                    <a:pt x="260815" y="495099"/>
                    <a:pt x="275500" y="507323"/>
                    <a:pt x="287298" y="522161"/>
                  </a:cubicBezTo>
                  <a:cubicBezTo>
                    <a:pt x="297536" y="535037"/>
                    <a:pt x="305403" y="549999"/>
                    <a:pt x="308959" y="566115"/>
                  </a:cubicBezTo>
                  <a:cubicBezTo>
                    <a:pt x="312354" y="581513"/>
                    <a:pt x="310783" y="596935"/>
                    <a:pt x="305568" y="611726"/>
                  </a:cubicBezTo>
                  <a:cubicBezTo>
                    <a:pt x="295725" y="639658"/>
                    <a:pt x="273829" y="663035"/>
                    <a:pt x="269278" y="692878"/>
                  </a:cubicBezTo>
                  <a:cubicBezTo>
                    <a:pt x="264897" y="721591"/>
                    <a:pt x="277412" y="752219"/>
                    <a:pt x="300463" y="769822"/>
                  </a:cubicBezTo>
                  <a:cubicBezTo>
                    <a:pt x="323758" y="787609"/>
                    <a:pt x="356575" y="789601"/>
                    <a:pt x="382918" y="777673"/>
                  </a:cubicBezTo>
                  <a:cubicBezTo>
                    <a:pt x="389515" y="774686"/>
                    <a:pt x="395548" y="770684"/>
                    <a:pt x="401070" y="766012"/>
                  </a:cubicBezTo>
                  <a:cubicBezTo>
                    <a:pt x="407234" y="760797"/>
                    <a:pt x="414522" y="771010"/>
                    <a:pt x="408391" y="776198"/>
                  </a:cubicBezTo>
                  <a:cubicBezTo>
                    <a:pt x="384698" y="796250"/>
                    <a:pt x="350803" y="802642"/>
                    <a:pt x="321168" y="793932"/>
                  </a:cubicBezTo>
                  <a:cubicBezTo>
                    <a:pt x="291240" y="785135"/>
                    <a:pt x="268299" y="760660"/>
                    <a:pt x="259734" y="730822"/>
                  </a:cubicBezTo>
                  <a:cubicBezTo>
                    <a:pt x="255559" y="716272"/>
                    <a:pt x="254563" y="700655"/>
                    <a:pt x="257831" y="685815"/>
                  </a:cubicBezTo>
                  <a:cubicBezTo>
                    <a:pt x="261186" y="670576"/>
                    <a:pt x="268430" y="656706"/>
                    <a:pt x="275974" y="643188"/>
                  </a:cubicBezTo>
                  <a:cubicBezTo>
                    <a:pt x="283441" y="629809"/>
                    <a:pt x="291685" y="616283"/>
                    <a:pt x="295758" y="601387"/>
                  </a:cubicBezTo>
                  <a:cubicBezTo>
                    <a:pt x="300051" y="585688"/>
                    <a:pt x="298496" y="569799"/>
                    <a:pt x="292321" y="554824"/>
                  </a:cubicBezTo>
                  <a:cubicBezTo>
                    <a:pt x="277848" y="519717"/>
                    <a:pt x="244137" y="498366"/>
                    <a:pt x="215020" y="476443"/>
                  </a:cubicBezTo>
                  <a:cubicBezTo>
                    <a:pt x="183463" y="452678"/>
                    <a:pt x="153246" y="427007"/>
                    <a:pt x="125696" y="398662"/>
                  </a:cubicBezTo>
                  <a:cubicBezTo>
                    <a:pt x="74396" y="345883"/>
                    <a:pt x="31709" y="283162"/>
                    <a:pt x="12141" y="211551"/>
                  </a:cubicBezTo>
                  <a:cubicBezTo>
                    <a:pt x="-4502" y="150644"/>
                    <a:pt x="-5231" y="84511"/>
                    <a:pt x="17460" y="25019"/>
                  </a:cubicBezTo>
                  <a:cubicBezTo>
                    <a:pt x="20253" y="17697"/>
                    <a:pt x="23416" y="10529"/>
                    <a:pt x="26894" y="3509"/>
                  </a:cubicBezTo>
                  <a:cubicBezTo>
                    <a:pt x="30477" y="-3730"/>
                    <a:pt x="41949" y="1356"/>
                    <a:pt x="38361" y="860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19" name="任意多边形: 形状 1418"/>
            <p:cNvSpPr/>
            <p:nvPr/>
          </p:nvSpPr>
          <p:spPr>
            <a:xfrm>
              <a:off x="5655801" y="2182601"/>
              <a:ext cx="363942" cy="567341"/>
            </a:xfrm>
            <a:custGeom>
              <a:avLst/>
              <a:gdLst>
                <a:gd name="connsiteX0" fmla="*/ 36026 w 363942"/>
                <a:gd name="connsiteY0" fmla="*/ 9986 h 567341"/>
                <a:gd name="connsiteX1" fmla="*/ 18349 w 363942"/>
                <a:gd name="connsiteY1" fmla="*/ 117882 h 567341"/>
                <a:gd name="connsiteX2" fmla="*/ 102096 w 363942"/>
                <a:gd name="connsiteY2" fmla="*/ 232487 h 567341"/>
                <a:gd name="connsiteX3" fmla="*/ 206681 w 363942"/>
                <a:gd name="connsiteY3" fmla="*/ 337250 h 567341"/>
                <a:gd name="connsiteX4" fmla="*/ 237363 w 363942"/>
                <a:gd name="connsiteY4" fmla="*/ 402821 h 567341"/>
                <a:gd name="connsiteX5" fmla="*/ 256763 w 363942"/>
                <a:gd name="connsiteY5" fmla="*/ 469181 h 567341"/>
                <a:gd name="connsiteX6" fmla="*/ 358909 w 363942"/>
                <a:gd name="connsiteY6" fmla="*/ 554736 h 567341"/>
                <a:gd name="connsiteX7" fmla="*/ 357077 w 363942"/>
                <a:gd name="connsiteY7" fmla="*/ 567147 h 567341"/>
                <a:gd name="connsiteX8" fmla="*/ 255359 w 363942"/>
                <a:gd name="connsiteY8" fmla="*/ 493396 h 567341"/>
                <a:gd name="connsiteX9" fmla="*/ 231076 w 363942"/>
                <a:gd name="connsiteY9" fmla="*/ 428557 h 567341"/>
                <a:gd name="connsiteX10" fmla="*/ 206083 w 363942"/>
                <a:gd name="connsiteY10" fmla="*/ 359492 h 567341"/>
                <a:gd name="connsiteX11" fmla="*/ 9796 w 363942"/>
                <a:gd name="connsiteY11" fmla="*/ 131625 h 567341"/>
                <a:gd name="connsiteX12" fmla="*/ 26131 w 363942"/>
                <a:gd name="connsiteY12" fmla="*/ 2258 h 567341"/>
                <a:gd name="connsiteX13" fmla="*/ 36026 w 363942"/>
                <a:gd name="connsiteY13" fmla="*/ 9986 h 567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942" h="567341">
                  <a:moveTo>
                    <a:pt x="36026" y="9986"/>
                  </a:moveTo>
                  <a:cubicBezTo>
                    <a:pt x="11025" y="39511"/>
                    <a:pt x="7209" y="81814"/>
                    <a:pt x="18349" y="117882"/>
                  </a:cubicBezTo>
                  <a:cubicBezTo>
                    <a:pt x="32666" y="164244"/>
                    <a:pt x="66923" y="200633"/>
                    <a:pt x="102096" y="232487"/>
                  </a:cubicBezTo>
                  <a:cubicBezTo>
                    <a:pt x="138641" y="265581"/>
                    <a:pt x="178220" y="296437"/>
                    <a:pt x="206681" y="337250"/>
                  </a:cubicBezTo>
                  <a:cubicBezTo>
                    <a:pt x="220696" y="357346"/>
                    <a:pt x="230859" y="379221"/>
                    <a:pt x="237363" y="402821"/>
                  </a:cubicBezTo>
                  <a:cubicBezTo>
                    <a:pt x="243484" y="425024"/>
                    <a:pt x="247519" y="447960"/>
                    <a:pt x="256763" y="469181"/>
                  </a:cubicBezTo>
                  <a:cubicBezTo>
                    <a:pt x="275143" y="511369"/>
                    <a:pt x="314195" y="543980"/>
                    <a:pt x="358909" y="554736"/>
                  </a:cubicBezTo>
                  <a:cubicBezTo>
                    <a:pt x="366708" y="556613"/>
                    <a:pt x="364938" y="569037"/>
                    <a:pt x="357077" y="567147"/>
                  </a:cubicBezTo>
                  <a:cubicBezTo>
                    <a:pt x="315185" y="557068"/>
                    <a:pt x="277853" y="530250"/>
                    <a:pt x="255359" y="493396"/>
                  </a:cubicBezTo>
                  <a:cubicBezTo>
                    <a:pt x="243102" y="473315"/>
                    <a:pt x="236680" y="451227"/>
                    <a:pt x="231076" y="428557"/>
                  </a:cubicBezTo>
                  <a:cubicBezTo>
                    <a:pt x="225140" y="404541"/>
                    <a:pt x="218704" y="381001"/>
                    <a:pt x="206083" y="359492"/>
                  </a:cubicBezTo>
                  <a:cubicBezTo>
                    <a:pt x="154642" y="271825"/>
                    <a:pt x="46609" y="229705"/>
                    <a:pt x="9796" y="131625"/>
                  </a:cubicBezTo>
                  <a:cubicBezTo>
                    <a:pt x="-6076" y="89336"/>
                    <a:pt x="-4038" y="37887"/>
                    <a:pt x="26131" y="2258"/>
                  </a:cubicBezTo>
                  <a:cubicBezTo>
                    <a:pt x="31346" y="-3894"/>
                    <a:pt x="41249" y="3817"/>
                    <a:pt x="36026" y="998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20" name="图形 4"/>
          <p:cNvGrpSpPr/>
          <p:nvPr/>
        </p:nvGrpSpPr>
        <p:grpSpPr>
          <a:xfrm>
            <a:off x="8211382" y="490459"/>
            <a:ext cx="411615" cy="304220"/>
            <a:chOff x="4569390" y="2781376"/>
            <a:chExt cx="142317" cy="105185"/>
          </a:xfrm>
          <a:solidFill>
            <a:srgbClr val="FF9B02"/>
          </a:solidFill>
        </p:grpSpPr>
        <p:sp>
          <p:nvSpPr>
            <p:cNvPr id="1421" name="任意多边形: 形状 1420"/>
            <p:cNvSpPr/>
            <p:nvPr/>
          </p:nvSpPr>
          <p:spPr>
            <a:xfrm>
              <a:off x="4634514" y="2781376"/>
              <a:ext cx="36639" cy="26939"/>
            </a:xfrm>
            <a:custGeom>
              <a:avLst/>
              <a:gdLst>
                <a:gd name="connsiteX0" fmla="*/ 15926 w 36639"/>
                <a:gd name="connsiteY0" fmla="*/ 2486 h 26939"/>
                <a:gd name="connsiteX1" fmla="*/ 13950 w 36639"/>
                <a:gd name="connsiteY1" fmla="*/ 1045 h 26939"/>
                <a:gd name="connsiteX2" fmla="*/ 5480 w 36639"/>
                <a:gd name="connsiteY2" fmla="*/ 6005 h 26939"/>
                <a:gd name="connsiteX3" fmla="*/ 158 w 36639"/>
                <a:gd name="connsiteY3" fmla="*/ 12583 h 26939"/>
                <a:gd name="connsiteX4" fmla="*/ 20485 w 36639"/>
                <a:gd name="connsiteY4" fmla="*/ 26933 h 26939"/>
                <a:gd name="connsiteX5" fmla="*/ 36277 w 36639"/>
                <a:gd name="connsiteY5" fmla="*/ 10221 h 26939"/>
                <a:gd name="connsiteX6" fmla="*/ 15926 w 36639"/>
                <a:gd name="connsiteY6" fmla="*/ 2486 h 26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39" h="26939">
                  <a:moveTo>
                    <a:pt x="15926" y="2486"/>
                  </a:moveTo>
                  <a:cubicBezTo>
                    <a:pt x="15267" y="2006"/>
                    <a:pt x="14609" y="1526"/>
                    <a:pt x="13950" y="1045"/>
                  </a:cubicBezTo>
                  <a:cubicBezTo>
                    <a:pt x="9795" y="-1980"/>
                    <a:pt x="4994" y="2145"/>
                    <a:pt x="5480" y="6005"/>
                  </a:cubicBezTo>
                  <a:cubicBezTo>
                    <a:pt x="2797" y="7174"/>
                    <a:pt x="690" y="9407"/>
                    <a:pt x="158" y="12583"/>
                  </a:cubicBezTo>
                  <a:cubicBezTo>
                    <a:pt x="-1650" y="23381"/>
                    <a:pt x="12510" y="26727"/>
                    <a:pt x="20485" y="26933"/>
                  </a:cubicBezTo>
                  <a:cubicBezTo>
                    <a:pt x="29825" y="27174"/>
                    <a:pt x="38541" y="20253"/>
                    <a:pt x="36277" y="10221"/>
                  </a:cubicBezTo>
                  <a:cubicBezTo>
                    <a:pt x="34231" y="1150"/>
                    <a:pt x="23316" y="-2652"/>
                    <a:pt x="15926" y="2486"/>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22" name="任意多边形: 形状 1421"/>
            <p:cNvSpPr/>
            <p:nvPr/>
          </p:nvSpPr>
          <p:spPr>
            <a:xfrm>
              <a:off x="4672090" y="2827917"/>
              <a:ext cx="39618" cy="30057"/>
            </a:xfrm>
            <a:custGeom>
              <a:avLst/>
              <a:gdLst>
                <a:gd name="connsiteX0" fmla="*/ 36646 w 39618"/>
                <a:gd name="connsiteY0" fmla="*/ 5542 h 30057"/>
                <a:gd name="connsiteX1" fmla="*/ 19084 w 39618"/>
                <a:gd name="connsiteY1" fmla="*/ 3 h 30057"/>
                <a:gd name="connsiteX2" fmla="*/ 16155 w 39618"/>
                <a:gd name="connsiteY2" fmla="*/ 1328 h 30057"/>
                <a:gd name="connsiteX3" fmla="*/ 2729 w 39618"/>
                <a:gd name="connsiteY3" fmla="*/ 24785 h 30057"/>
                <a:gd name="connsiteX4" fmla="*/ 18755 w 39618"/>
                <a:gd name="connsiteY4" fmla="*/ 29709 h 30057"/>
                <a:gd name="connsiteX5" fmla="*/ 36619 w 39618"/>
                <a:gd name="connsiteY5" fmla="*/ 21461 h 30057"/>
                <a:gd name="connsiteX6" fmla="*/ 36646 w 39618"/>
                <a:gd name="connsiteY6" fmla="*/ 5542 h 3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618" h="30057">
                  <a:moveTo>
                    <a:pt x="36646" y="5542"/>
                  </a:moveTo>
                  <a:cubicBezTo>
                    <a:pt x="32186" y="346"/>
                    <a:pt x="25446" y="-44"/>
                    <a:pt x="19084" y="3"/>
                  </a:cubicBezTo>
                  <a:cubicBezTo>
                    <a:pt x="17940" y="11"/>
                    <a:pt x="16934" y="538"/>
                    <a:pt x="16155" y="1328"/>
                  </a:cubicBezTo>
                  <a:cubicBezTo>
                    <a:pt x="5492" y="2703"/>
                    <a:pt x="-5152" y="14852"/>
                    <a:pt x="2729" y="24785"/>
                  </a:cubicBezTo>
                  <a:cubicBezTo>
                    <a:pt x="6507" y="29545"/>
                    <a:pt x="13063" y="30754"/>
                    <a:pt x="18755" y="29709"/>
                  </a:cubicBezTo>
                  <a:cubicBezTo>
                    <a:pt x="24829" y="28596"/>
                    <a:pt x="32548" y="26401"/>
                    <a:pt x="36619" y="21461"/>
                  </a:cubicBezTo>
                  <a:cubicBezTo>
                    <a:pt x="40528" y="16712"/>
                    <a:pt x="40698" y="10263"/>
                    <a:pt x="36646" y="554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23" name="任意多边形: 形状 1422"/>
            <p:cNvSpPr/>
            <p:nvPr/>
          </p:nvSpPr>
          <p:spPr>
            <a:xfrm>
              <a:off x="4613482" y="2858116"/>
              <a:ext cx="30920" cy="28445"/>
            </a:xfrm>
            <a:custGeom>
              <a:avLst/>
              <a:gdLst>
                <a:gd name="connsiteX0" fmla="*/ 16101 w 30920"/>
                <a:gd name="connsiteY0" fmla="*/ 811 h 28445"/>
                <a:gd name="connsiteX1" fmla="*/ 14444 w 30920"/>
                <a:gd name="connsiteY1" fmla="*/ 147 h 28445"/>
                <a:gd name="connsiteX2" fmla="*/ 8667 w 30920"/>
                <a:gd name="connsiteY2" fmla="*/ 1409 h 28445"/>
                <a:gd name="connsiteX3" fmla="*/ 5828 w 30920"/>
                <a:gd name="connsiteY3" fmla="*/ 2270 h 28445"/>
                <a:gd name="connsiteX4" fmla="*/ 3219 w 30920"/>
                <a:gd name="connsiteY4" fmla="*/ 9221 h 28445"/>
                <a:gd name="connsiteX5" fmla="*/ 2064 w 30920"/>
                <a:gd name="connsiteY5" fmla="*/ 22655 h 28445"/>
                <a:gd name="connsiteX6" fmla="*/ 28344 w 30920"/>
                <a:gd name="connsiteY6" fmla="*/ 21758 h 28445"/>
                <a:gd name="connsiteX7" fmla="*/ 16101 w 30920"/>
                <a:gd name="connsiteY7" fmla="*/ 811 h 28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20" h="28445">
                  <a:moveTo>
                    <a:pt x="16101" y="811"/>
                  </a:moveTo>
                  <a:cubicBezTo>
                    <a:pt x="15602" y="501"/>
                    <a:pt x="15048" y="268"/>
                    <a:pt x="14444" y="147"/>
                  </a:cubicBezTo>
                  <a:cubicBezTo>
                    <a:pt x="12335" y="-284"/>
                    <a:pt x="10302" y="262"/>
                    <a:pt x="8667" y="1409"/>
                  </a:cubicBezTo>
                  <a:cubicBezTo>
                    <a:pt x="7721" y="1697"/>
                    <a:pt x="6774" y="1985"/>
                    <a:pt x="5828" y="2270"/>
                  </a:cubicBezTo>
                  <a:cubicBezTo>
                    <a:pt x="2325" y="3335"/>
                    <a:pt x="1875" y="6698"/>
                    <a:pt x="3219" y="9221"/>
                  </a:cubicBezTo>
                  <a:cubicBezTo>
                    <a:pt x="-119" y="12922"/>
                    <a:pt x="-1425" y="17777"/>
                    <a:pt x="2064" y="22655"/>
                  </a:cubicBezTo>
                  <a:cubicBezTo>
                    <a:pt x="8107" y="31101"/>
                    <a:pt x="22666" y="29883"/>
                    <a:pt x="28344" y="21758"/>
                  </a:cubicBezTo>
                  <a:cubicBezTo>
                    <a:pt x="35139" y="12033"/>
                    <a:pt x="27603" y="-1277"/>
                    <a:pt x="16101" y="811"/>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24" name="任意多边形: 形状 1423"/>
            <p:cNvSpPr/>
            <p:nvPr/>
          </p:nvSpPr>
          <p:spPr>
            <a:xfrm>
              <a:off x="4569390" y="2803530"/>
              <a:ext cx="38462" cy="30739"/>
            </a:xfrm>
            <a:custGeom>
              <a:avLst/>
              <a:gdLst>
                <a:gd name="connsiteX0" fmla="*/ 11153 w 38462"/>
                <a:gd name="connsiteY0" fmla="*/ 0 h 30739"/>
                <a:gd name="connsiteX1" fmla="*/ 7877 w 38462"/>
                <a:gd name="connsiteY1" fmla="*/ 1701 h 30739"/>
                <a:gd name="connsiteX2" fmla="*/ 1231 w 38462"/>
                <a:gd name="connsiteY2" fmla="*/ 6784 h 30739"/>
                <a:gd name="connsiteX3" fmla="*/ 18052 w 38462"/>
                <a:gd name="connsiteY3" fmla="*/ 29780 h 30739"/>
                <a:gd name="connsiteX4" fmla="*/ 38291 w 38462"/>
                <a:gd name="connsiteY4" fmla="*/ 15252 h 30739"/>
                <a:gd name="connsiteX5" fmla="*/ 11153 w 38462"/>
                <a:gd name="connsiteY5" fmla="*/ 0 h 30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462" h="30739">
                  <a:moveTo>
                    <a:pt x="11153" y="0"/>
                  </a:moveTo>
                  <a:cubicBezTo>
                    <a:pt x="9831" y="-14"/>
                    <a:pt x="8692" y="692"/>
                    <a:pt x="7877" y="1701"/>
                  </a:cubicBezTo>
                  <a:cubicBezTo>
                    <a:pt x="5225" y="2036"/>
                    <a:pt x="2893" y="3528"/>
                    <a:pt x="1231" y="6784"/>
                  </a:cubicBezTo>
                  <a:cubicBezTo>
                    <a:pt x="-4182" y="17384"/>
                    <a:pt x="9504" y="26840"/>
                    <a:pt x="18052" y="29780"/>
                  </a:cubicBezTo>
                  <a:cubicBezTo>
                    <a:pt x="28161" y="33256"/>
                    <a:pt x="40031" y="27029"/>
                    <a:pt x="38291" y="15252"/>
                  </a:cubicBezTo>
                  <a:cubicBezTo>
                    <a:pt x="36360" y="2148"/>
                    <a:pt x="21849" y="110"/>
                    <a:pt x="11153" y="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07" name="组合 106"/>
          <p:cNvGrpSpPr/>
          <p:nvPr/>
        </p:nvGrpSpPr>
        <p:grpSpPr>
          <a:xfrm>
            <a:off x="0" y="669"/>
            <a:ext cx="2590214" cy="2289838"/>
            <a:chOff x="0" y="669"/>
            <a:chExt cx="2590214" cy="2289838"/>
          </a:xfrm>
          <a:solidFill>
            <a:srgbClr val="FAFAFA"/>
          </a:solidFill>
        </p:grpSpPr>
        <p:sp>
          <p:nvSpPr>
            <p:cNvPr id="29" name="任意多边形: 形状 28"/>
            <p:cNvSpPr/>
            <p:nvPr/>
          </p:nvSpPr>
          <p:spPr>
            <a:xfrm>
              <a:off x="826770" y="669"/>
              <a:ext cx="1763444" cy="1944485"/>
            </a:xfrm>
            <a:custGeom>
              <a:avLst/>
              <a:gdLst>
                <a:gd name="connsiteX0" fmla="*/ 1396556 w 1763444"/>
                <a:gd name="connsiteY0" fmla="*/ 0 h 1944485"/>
                <a:gd name="connsiteX1" fmla="*/ 1447610 w 1763444"/>
                <a:gd name="connsiteY1" fmla="*/ 0 h 1944485"/>
                <a:gd name="connsiteX2" fmla="*/ 1561719 w 1763444"/>
                <a:gd name="connsiteY2" fmla="*/ 54663 h 1944485"/>
                <a:gd name="connsiteX3" fmla="*/ 1469327 w 1763444"/>
                <a:gd name="connsiteY3" fmla="*/ 2381 h 1944485"/>
                <a:gd name="connsiteX4" fmla="*/ 1478947 w 1763444"/>
                <a:gd name="connsiteY4" fmla="*/ 0 h 1944485"/>
                <a:gd name="connsiteX5" fmla="*/ 1527715 w 1763444"/>
                <a:gd name="connsiteY5" fmla="*/ 0 h 1944485"/>
                <a:gd name="connsiteX6" fmla="*/ 1594771 w 1763444"/>
                <a:gd name="connsiteY6" fmla="*/ 39235 h 1944485"/>
                <a:gd name="connsiteX7" fmla="*/ 1544384 w 1763444"/>
                <a:gd name="connsiteY7" fmla="*/ 1333 h 1944485"/>
                <a:gd name="connsiteX8" fmla="*/ 1553813 w 1763444"/>
                <a:gd name="connsiteY8" fmla="*/ 0 h 1944485"/>
                <a:gd name="connsiteX9" fmla="*/ 1604105 w 1763444"/>
                <a:gd name="connsiteY9" fmla="*/ 0 h 1944485"/>
                <a:gd name="connsiteX10" fmla="*/ 1723263 w 1763444"/>
                <a:gd name="connsiteY10" fmla="*/ 163608 h 1944485"/>
                <a:gd name="connsiteX11" fmla="*/ 1755362 w 1763444"/>
                <a:gd name="connsiteY11" fmla="*/ 475586 h 1944485"/>
                <a:gd name="connsiteX12" fmla="*/ 1528096 w 1763444"/>
                <a:gd name="connsiteY12" fmla="*/ 1193154 h 1944485"/>
                <a:gd name="connsiteX13" fmla="*/ 1293209 w 1763444"/>
                <a:gd name="connsiteY13" fmla="*/ 1576556 h 1944485"/>
                <a:gd name="connsiteX14" fmla="*/ 1186243 w 1763444"/>
                <a:gd name="connsiteY14" fmla="*/ 1708071 h 1944485"/>
                <a:gd name="connsiteX15" fmla="*/ 892683 w 1763444"/>
                <a:gd name="connsiteY15" fmla="*/ 1899105 h 1944485"/>
                <a:gd name="connsiteX16" fmla="*/ 739902 w 1763444"/>
                <a:gd name="connsiteY16" fmla="*/ 1939673 h 1944485"/>
                <a:gd name="connsiteX17" fmla="*/ 369380 w 1763444"/>
                <a:gd name="connsiteY17" fmla="*/ 1911485 h 1944485"/>
                <a:gd name="connsiteX18" fmla="*/ 415004 w 1763444"/>
                <a:gd name="connsiteY18" fmla="*/ 1899200 h 1944485"/>
                <a:gd name="connsiteX19" fmla="*/ 368046 w 1763444"/>
                <a:gd name="connsiteY19" fmla="*/ 1886629 h 1944485"/>
                <a:gd name="connsiteX20" fmla="*/ 315563 w 1763444"/>
                <a:gd name="connsiteY20" fmla="*/ 1873868 h 1944485"/>
                <a:gd name="connsiteX21" fmla="*/ 296990 w 1763444"/>
                <a:gd name="connsiteY21" fmla="*/ 1868726 h 1944485"/>
                <a:gd name="connsiteX22" fmla="*/ 281654 w 1763444"/>
                <a:gd name="connsiteY22" fmla="*/ 1863679 h 1944485"/>
                <a:gd name="connsiteX23" fmla="*/ 258890 w 1763444"/>
                <a:gd name="connsiteY23" fmla="*/ 1858060 h 1944485"/>
                <a:gd name="connsiteX24" fmla="*/ 241554 w 1763444"/>
                <a:gd name="connsiteY24" fmla="*/ 1858250 h 1944485"/>
                <a:gd name="connsiteX25" fmla="*/ 227457 w 1763444"/>
                <a:gd name="connsiteY25" fmla="*/ 1847965 h 1944485"/>
                <a:gd name="connsiteX26" fmla="*/ 199644 w 1763444"/>
                <a:gd name="connsiteY26" fmla="*/ 1864631 h 1944485"/>
                <a:gd name="connsiteX27" fmla="*/ 180403 w 1763444"/>
                <a:gd name="connsiteY27" fmla="*/ 1861583 h 1944485"/>
                <a:gd name="connsiteX28" fmla="*/ 198977 w 1763444"/>
                <a:gd name="connsiteY28" fmla="*/ 1842061 h 1944485"/>
                <a:gd name="connsiteX29" fmla="*/ 183642 w 1763444"/>
                <a:gd name="connsiteY29" fmla="*/ 1836252 h 1944485"/>
                <a:gd name="connsiteX30" fmla="*/ 147638 w 1763444"/>
                <a:gd name="connsiteY30" fmla="*/ 1824348 h 1944485"/>
                <a:gd name="connsiteX31" fmla="*/ 127063 w 1763444"/>
                <a:gd name="connsiteY31" fmla="*/ 1820634 h 1944485"/>
                <a:gd name="connsiteX32" fmla="*/ 85249 w 1763444"/>
                <a:gd name="connsiteY32" fmla="*/ 1810254 h 1944485"/>
                <a:gd name="connsiteX33" fmla="*/ 70866 w 1763444"/>
                <a:gd name="connsiteY33" fmla="*/ 1806159 h 1944485"/>
                <a:gd name="connsiteX34" fmla="*/ 45339 w 1763444"/>
                <a:gd name="connsiteY34" fmla="*/ 1802350 h 1944485"/>
                <a:gd name="connsiteX35" fmla="*/ 0 w 1763444"/>
                <a:gd name="connsiteY35" fmla="*/ 1785684 h 1944485"/>
                <a:gd name="connsiteX36" fmla="*/ 93345 w 1763444"/>
                <a:gd name="connsiteY36" fmla="*/ 1793303 h 1944485"/>
                <a:gd name="connsiteX37" fmla="*/ 120872 w 1763444"/>
                <a:gd name="connsiteY37" fmla="*/ 1797969 h 1944485"/>
                <a:gd name="connsiteX38" fmla="*/ 452438 w 1763444"/>
                <a:gd name="connsiteY38" fmla="*/ 1880630 h 1944485"/>
                <a:gd name="connsiteX39" fmla="*/ 288131 w 1763444"/>
                <a:gd name="connsiteY39" fmla="*/ 1831109 h 1944485"/>
                <a:gd name="connsiteX40" fmla="*/ 135065 w 1763444"/>
                <a:gd name="connsiteY40" fmla="*/ 1790350 h 1944485"/>
                <a:gd name="connsiteX41" fmla="*/ 127635 w 1763444"/>
                <a:gd name="connsiteY41" fmla="*/ 1770828 h 1944485"/>
                <a:gd name="connsiteX42" fmla="*/ 325850 w 1763444"/>
                <a:gd name="connsiteY42" fmla="*/ 1817967 h 1944485"/>
                <a:gd name="connsiteX43" fmla="*/ 620554 w 1763444"/>
                <a:gd name="connsiteY43" fmla="*/ 1862250 h 1944485"/>
                <a:gd name="connsiteX44" fmla="*/ 760190 w 1763444"/>
                <a:gd name="connsiteY44" fmla="*/ 1851870 h 1944485"/>
                <a:gd name="connsiteX45" fmla="*/ 971645 w 1763444"/>
                <a:gd name="connsiteY45" fmla="*/ 1769114 h 1944485"/>
                <a:gd name="connsiteX46" fmla="*/ 1190625 w 1763444"/>
                <a:gd name="connsiteY46" fmla="*/ 1560367 h 1944485"/>
                <a:gd name="connsiteX47" fmla="*/ 1514761 w 1763444"/>
                <a:gd name="connsiteY47" fmla="*/ 1006215 h 1944485"/>
                <a:gd name="connsiteX48" fmla="*/ 1651444 w 1763444"/>
                <a:gd name="connsiteY48" fmla="*/ 589673 h 1944485"/>
                <a:gd name="connsiteX49" fmla="*/ 1657636 w 1763444"/>
                <a:gd name="connsiteY49" fmla="*/ 246745 h 1944485"/>
                <a:gd name="connsiteX50" fmla="*/ 1574578 w 1763444"/>
                <a:gd name="connsiteY50" fmla="*/ 93232 h 1944485"/>
                <a:gd name="connsiteX51" fmla="*/ 1396556 w 1763444"/>
                <a:gd name="connsiteY51" fmla="*/ 0 h 1944485"/>
                <a:gd name="connsiteX52" fmla="*/ 1600772 w 1763444"/>
                <a:gd name="connsiteY52" fmla="*/ 18761 h 1944485"/>
                <a:gd name="connsiteX53" fmla="*/ 1648968 w 1763444"/>
                <a:gd name="connsiteY53" fmla="*/ 73995 h 1944485"/>
                <a:gd name="connsiteX54" fmla="*/ 1600772 w 1763444"/>
                <a:gd name="connsiteY54" fmla="*/ 18761 h 1944485"/>
                <a:gd name="connsiteX55" fmla="*/ 1576197 w 1763444"/>
                <a:gd name="connsiteY55" fmla="*/ 68281 h 1944485"/>
                <a:gd name="connsiteX56" fmla="*/ 1591818 w 1763444"/>
                <a:gd name="connsiteY56" fmla="*/ 83423 h 1944485"/>
                <a:gd name="connsiteX57" fmla="*/ 1576197 w 1763444"/>
                <a:gd name="connsiteY57" fmla="*/ 68281 h 194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63444" h="1944485">
                  <a:moveTo>
                    <a:pt x="1396556" y="0"/>
                  </a:moveTo>
                  <a:lnTo>
                    <a:pt x="1447610" y="0"/>
                  </a:lnTo>
                  <a:cubicBezTo>
                    <a:pt x="1488281" y="12761"/>
                    <a:pt x="1521047" y="42664"/>
                    <a:pt x="1561719" y="54663"/>
                  </a:cubicBezTo>
                  <a:cubicBezTo>
                    <a:pt x="1539335" y="25236"/>
                    <a:pt x="1501140" y="17237"/>
                    <a:pt x="1469327" y="2381"/>
                  </a:cubicBezTo>
                  <a:lnTo>
                    <a:pt x="1478947" y="0"/>
                  </a:lnTo>
                  <a:lnTo>
                    <a:pt x="1527715" y="0"/>
                  </a:lnTo>
                  <a:cubicBezTo>
                    <a:pt x="1549908" y="13332"/>
                    <a:pt x="1571530" y="27617"/>
                    <a:pt x="1594771" y="39235"/>
                  </a:cubicBezTo>
                  <a:cubicBezTo>
                    <a:pt x="1578197" y="26284"/>
                    <a:pt x="1561148" y="13999"/>
                    <a:pt x="1544384" y="1333"/>
                  </a:cubicBezTo>
                  <a:lnTo>
                    <a:pt x="1553813" y="0"/>
                  </a:lnTo>
                  <a:lnTo>
                    <a:pt x="1604105" y="0"/>
                  </a:lnTo>
                  <a:cubicBezTo>
                    <a:pt x="1656683" y="42568"/>
                    <a:pt x="1706499" y="96088"/>
                    <a:pt x="1723263" y="163608"/>
                  </a:cubicBezTo>
                  <a:cubicBezTo>
                    <a:pt x="1752505" y="264172"/>
                    <a:pt x="1776603" y="370926"/>
                    <a:pt x="1755362" y="475586"/>
                  </a:cubicBezTo>
                  <a:cubicBezTo>
                    <a:pt x="1735741" y="729092"/>
                    <a:pt x="1627823" y="962980"/>
                    <a:pt x="1528096" y="1193154"/>
                  </a:cubicBezTo>
                  <a:cubicBezTo>
                    <a:pt x="1464373" y="1329240"/>
                    <a:pt x="1380839" y="1454945"/>
                    <a:pt x="1293209" y="1576556"/>
                  </a:cubicBezTo>
                  <a:cubicBezTo>
                    <a:pt x="1258538" y="1621124"/>
                    <a:pt x="1225772" y="1667597"/>
                    <a:pt x="1186243" y="1708071"/>
                  </a:cubicBezTo>
                  <a:cubicBezTo>
                    <a:pt x="1101185" y="1788636"/>
                    <a:pt x="1005935" y="1863298"/>
                    <a:pt x="892683" y="1899105"/>
                  </a:cubicBezTo>
                  <a:cubicBezTo>
                    <a:pt x="842201" y="1913866"/>
                    <a:pt x="792861" y="1934816"/>
                    <a:pt x="739902" y="1939673"/>
                  </a:cubicBezTo>
                  <a:cubicBezTo>
                    <a:pt x="615982" y="1951291"/>
                    <a:pt x="490156" y="1941864"/>
                    <a:pt x="369380" y="1911485"/>
                  </a:cubicBezTo>
                  <a:cubicBezTo>
                    <a:pt x="384619" y="1907485"/>
                    <a:pt x="399764" y="1903485"/>
                    <a:pt x="415004" y="1899200"/>
                  </a:cubicBezTo>
                  <a:cubicBezTo>
                    <a:pt x="399383" y="1894914"/>
                    <a:pt x="383762" y="1890629"/>
                    <a:pt x="368046" y="1886629"/>
                  </a:cubicBezTo>
                  <a:cubicBezTo>
                    <a:pt x="350520" y="1882249"/>
                    <a:pt x="332994" y="1878249"/>
                    <a:pt x="315563" y="1873868"/>
                  </a:cubicBezTo>
                  <a:cubicBezTo>
                    <a:pt x="310896" y="1872630"/>
                    <a:pt x="301657" y="1869964"/>
                    <a:pt x="296990" y="1868726"/>
                  </a:cubicBezTo>
                  <a:cubicBezTo>
                    <a:pt x="293180" y="1867393"/>
                    <a:pt x="285464" y="1864917"/>
                    <a:pt x="281654" y="1863679"/>
                  </a:cubicBezTo>
                  <a:cubicBezTo>
                    <a:pt x="275939" y="1862250"/>
                    <a:pt x="264605" y="1859488"/>
                    <a:pt x="258890" y="1858060"/>
                  </a:cubicBezTo>
                  <a:cubicBezTo>
                    <a:pt x="254603" y="1858060"/>
                    <a:pt x="245936" y="1858155"/>
                    <a:pt x="241554" y="1858250"/>
                  </a:cubicBezTo>
                  <a:cubicBezTo>
                    <a:pt x="238030" y="1855679"/>
                    <a:pt x="230981" y="1850537"/>
                    <a:pt x="227457" y="1847965"/>
                  </a:cubicBezTo>
                  <a:cubicBezTo>
                    <a:pt x="216027" y="1839109"/>
                    <a:pt x="192500" y="1848251"/>
                    <a:pt x="199644" y="1864631"/>
                  </a:cubicBezTo>
                  <a:cubicBezTo>
                    <a:pt x="194786" y="1863869"/>
                    <a:pt x="185166" y="1862345"/>
                    <a:pt x="180403" y="1861583"/>
                  </a:cubicBezTo>
                  <a:cubicBezTo>
                    <a:pt x="186595" y="1855108"/>
                    <a:pt x="192786" y="1848632"/>
                    <a:pt x="198977" y="1842061"/>
                  </a:cubicBezTo>
                  <a:lnTo>
                    <a:pt x="183642" y="1836252"/>
                  </a:lnTo>
                  <a:cubicBezTo>
                    <a:pt x="171736" y="1831871"/>
                    <a:pt x="159734" y="1827967"/>
                    <a:pt x="147638" y="1824348"/>
                  </a:cubicBezTo>
                  <a:cubicBezTo>
                    <a:pt x="142494" y="1823396"/>
                    <a:pt x="132207" y="1821586"/>
                    <a:pt x="127063" y="1820634"/>
                  </a:cubicBezTo>
                  <a:cubicBezTo>
                    <a:pt x="113062" y="1817491"/>
                    <a:pt x="99060" y="1814063"/>
                    <a:pt x="85249" y="1810254"/>
                  </a:cubicBezTo>
                  <a:cubicBezTo>
                    <a:pt x="81724" y="1809206"/>
                    <a:pt x="74486" y="1807206"/>
                    <a:pt x="70866" y="1806159"/>
                  </a:cubicBezTo>
                  <a:cubicBezTo>
                    <a:pt x="62389" y="1804730"/>
                    <a:pt x="53911" y="1803492"/>
                    <a:pt x="45339" y="1802350"/>
                  </a:cubicBezTo>
                  <a:cubicBezTo>
                    <a:pt x="28099" y="1801778"/>
                    <a:pt x="12954" y="1796160"/>
                    <a:pt x="0" y="1785684"/>
                  </a:cubicBezTo>
                  <a:cubicBezTo>
                    <a:pt x="31242" y="1786351"/>
                    <a:pt x="62389" y="1789684"/>
                    <a:pt x="93345" y="1793303"/>
                  </a:cubicBezTo>
                  <a:cubicBezTo>
                    <a:pt x="102489" y="1794826"/>
                    <a:pt x="111633" y="1796350"/>
                    <a:pt x="120872" y="1797969"/>
                  </a:cubicBezTo>
                  <a:cubicBezTo>
                    <a:pt x="231838" y="1823586"/>
                    <a:pt x="339471" y="1864155"/>
                    <a:pt x="452438" y="1880630"/>
                  </a:cubicBezTo>
                  <a:cubicBezTo>
                    <a:pt x="399764" y="1857584"/>
                    <a:pt x="342805" y="1847870"/>
                    <a:pt x="288131" y="1831109"/>
                  </a:cubicBezTo>
                  <a:cubicBezTo>
                    <a:pt x="236982" y="1818063"/>
                    <a:pt x="187452" y="1798350"/>
                    <a:pt x="135065" y="1790350"/>
                  </a:cubicBezTo>
                  <a:cubicBezTo>
                    <a:pt x="133255" y="1785494"/>
                    <a:pt x="129540" y="1775685"/>
                    <a:pt x="127635" y="1770828"/>
                  </a:cubicBezTo>
                  <a:cubicBezTo>
                    <a:pt x="195358" y="1778732"/>
                    <a:pt x="259270" y="1804349"/>
                    <a:pt x="325850" y="1817967"/>
                  </a:cubicBezTo>
                  <a:cubicBezTo>
                    <a:pt x="423100" y="1837966"/>
                    <a:pt x="520446" y="1864821"/>
                    <a:pt x="620554" y="1862250"/>
                  </a:cubicBezTo>
                  <a:cubicBezTo>
                    <a:pt x="667417" y="1863202"/>
                    <a:pt x="713518" y="1853394"/>
                    <a:pt x="760190" y="1851870"/>
                  </a:cubicBezTo>
                  <a:cubicBezTo>
                    <a:pt x="836581" y="1845108"/>
                    <a:pt x="908780" y="1811682"/>
                    <a:pt x="971645" y="1769114"/>
                  </a:cubicBezTo>
                  <a:cubicBezTo>
                    <a:pt x="1052513" y="1708642"/>
                    <a:pt x="1131094" y="1642742"/>
                    <a:pt x="1190625" y="1560367"/>
                  </a:cubicBezTo>
                  <a:cubicBezTo>
                    <a:pt x="1320260" y="1389712"/>
                    <a:pt x="1437894" y="1207249"/>
                    <a:pt x="1514761" y="1006215"/>
                  </a:cubicBezTo>
                  <a:cubicBezTo>
                    <a:pt x="1568101" y="870225"/>
                    <a:pt x="1623346" y="733568"/>
                    <a:pt x="1651444" y="589673"/>
                  </a:cubicBezTo>
                  <a:cubicBezTo>
                    <a:pt x="1678400" y="477681"/>
                    <a:pt x="1681925" y="359594"/>
                    <a:pt x="1657636" y="246745"/>
                  </a:cubicBezTo>
                  <a:cubicBezTo>
                    <a:pt x="1645920" y="188653"/>
                    <a:pt x="1615154" y="135895"/>
                    <a:pt x="1574578" y="93232"/>
                  </a:cubicBezTo>
                  <a:cubicBezTo>
                    <a:pt x="1527334" y="43235"/>
                    <a:pt x="1460183" y="20951"/>
                    <a:pt x="1396556" y="0"/>
                  </a:cubicBezTo>
                  <a:moveTo>
                    <a:pt x="1600772" y="18761"/>
                  </a:moveTo>
                  <a:cubicBezTo>
                    <a:pt x="1614773" y="38854"/>
                    <a:pt x="1631252" y="57139"/>
                    <a:pt x="1648968" y="73995"/>
                  </a:cubicBezTo>
                  <a:cubicBezTo>
                    <a:pt x="1638871" y="51044"/>
                    <a:pt x="1621631" y="32474"/>
                    <a:pt x="1600772" y="18761"/>
                  </a:cubicBezTo>
                  <a:moveTo>
                    <a:pt x="1576197" y="68281"/>
                  </a:moveTo>
                  <a:cubicBezTo>
                    <a:pt x="1572292" y="80566"/>
                    <a:pt x="1577435" y="85613"/>
                    <a:pt x="1591818" y="83423"/>
                  </a:cubicBezTo>
                  <a:cubicBezTo>
                    <a:pt x="1594676" y="70662"/>
                    <a:pt x="1589532" y="65614"/>
                    <a:pt x="1576197" y="6828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0" name="任意多边形: 形状 29"/>
            <p:cNvSpPr/>
            <p:nvPr/>
          </p:nvSpPr>
          <p:spPr>
            <a:xfrm>
              <a:off x="0" y="1874156"/>
              <a:ext cx="440274" cy="416351"/>
            </a:xfrm>
            <a:custGeom>
              <a:avLst/>
              <a:gdLst>
                <a:gd name="connsiteX0" fmla="*/ 436150 w 440274"/>
                <a:gd name="connsiteY0" fmla="*/ 0 h 416351"/>
                <a:gd name="connsiteX1" fmla="*/ 423672 w 440274"/>
                <a:gd name="connsiteY1" fmla="*/ 28093 h 416351"/>
                <a:gd name="connsiteX2" fmla="*/ 322802 w 440274"/>
                <a:gd name="connsiteY2" fmla="*/ 96850 h 416351"/>
                <a:gd name="connsiteX3" fmla="*/ 115538 w 440274"/>
                <a:gd name="connsiteY3" fmla="*/ 280456 h 416351"/>
                <a:gd name="connsiteX4" fmla="*/ 0 w 440274"/>
                <a:gd name="connsiteY4" fmla="*/ 416352 h 416351"/>
                <a:gd name="connsiteX5" fmla="*/ 0 w 440274"/>
                <a:gd name="connsiteY5" fmla="*/ 352832 h 416351"/>
                <a:gd name="connsiteX6" fmla="*/ 276511 w 440274"/>
                <a:gd name="connsiteY6" fmla="*/ 107421 h 416351"/>
                <a:gd name="connsiteX7" fmla="*/ 438341 w 440274"/>
                <a:gd name="connsiteY7" fmla="*/ 18665 h 416351"/>
                <a:gd name="connsiteX8" fmla="*/ 436150 w 440274"/>
                <a:gd name="connsiteY8" fmla="*/ 0 h 41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274" h="416351">
                  <a:moveTo>
                    <a:pt x="436150" y="0"/>
                  </a:moveTo>
                  <a:cubicBezTo>
                    <a:pt x="443198" y="14094"/>
                    <a:pt x="442532" y="25998"/>
                    <a:pt x="423672" y="28093"/>
                  </a:cubicBezTo>
                  <a:cubicBezTo>
                    <a:pt x="383286" y="39711"/>
                    <a:pt x="354711" y="71709"/>
                    <a:pt x="322802" y="96850"/>
                  </a:cubicBezTo>
                  <a:cubicBezTo>
                    <a:pt x="246412" y="149228"/>
                    <a:pt x="180308" y="214652"/>
                    <a:pt x="115538" y="280456"/>
                  </a:cubicBezTo>
                  <a:cubicBezTo>
                    <a:pt x="75914" y="324644"/>
                    <a:pt x="31337" y="365308"/>
                    <a:pt x="0" y="416352"/>
                  </a:cubicBezTo>
                  <a:lnTo>
                    <a:pt x="0" y="352832"/>
                  </a:lnTo>
                  <a:cubicBezTo>
                    <a:pt x="76295" y="254935"/>
                    <a:pt x="175546" y="178083"/>
                    <a:pt x="276511" y="107421"/>
                  </a:cubicBezTo>
                  <a:cubicBezTo>
                    <a:pt x="325660" y="69995"/>
                    <a:pt x="378047" y="34855"/>
                    <a:pt x="438341" y="18665"/>
                  </a:cubicBezTo>
                  <a:lnTo>
                    <a:pt x="43615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4" name="任意多边形: 形状 33"/>
            <p:cNvSpPr/>
            <p:nvPr/>
          </p:nvSpPr>
          <p:spPr>
            <a:xfrm>
              <a:off x="735425" y="1760218"/>
              <a:ext cx="12957" cy="14236"/>
            </a:xfrm>
            <a:custGeom>
              <a:avLst/>
              <a:gdLst>
                <a:gd name="connsiteX0" fmla="*/ 0 w 12957"/>
                <a:gd name="connsiteY0" fmla="*/ 2899 h 14236"/>
                <a:gd name="connsiteX1" fmla="*/ 0 w 12957"/>
                <a:gd name="connsiteY1" fmla="*/ 2899 h 14236"/>
              </a:gdLst>
              <a:ahLst/>
              <a:cxnLst>
                <a:cxn ang="0">
                  <a:pos x="connsiteX0" y="connsiteY0"/>
                </a:cxn>
                <a:cxn ang="0">
                  <a:pos x="connsiteX1" y="connsiteY1"/>
                </a:cxn>
              </a:cxnLst>
              <a:rect l="l" t="t" r="r" b="b"/>
              <a:pathLst>
                <a:path w="12957" h="14236">
                  <a:moveTo>
                    <a:pt x="0" y="2899"/>
                  </a:moveTo>
                  <a:cubicBezTo>
                    <a:pt x="28575" y="-11577"/>
                    <a:pt x="1143" y="34515"/>
                    <a:pt x="0" y="289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5" name="任意多边形: 形状 34"/>
            <p:cNvSpPr/>
            <p:nvPr/>
          </p:nvSpPr>
          <p:spPr>
            <a:xfrm>
              <a:off x="776001" y="1763246"/>
              <a:ext cx="185832" cy="35391"/>
            </a:xfrm>
            <a:custGeom>
              <a:avLst/>
              <a:gdLst>
                <a:gd name="connsiteX0" fmla="*/ 0 w 185832"/>
                <a:gd name="connsiteY0" fmla="*/ 6251 h 35391"/>
                <a:gd name="connsiteX1" fmla="*/ 178403 w 185832"/>
                <a:gd name="connsiteY1" fmla="*/ 8250 h 35391"/>
                <a:gd name="connsiteX2" fmla="*/ 185833 w 185832"/>
                <a:gd name="connsiteY2" fmla="*/ 27773 h 35391"/>
                <a:gd name="connsiteX3" fmla="*/ 171640 w 185832"/>
                <a:gd name="connsiteY3" fmla="*/ 35391 h 35391"/>
                <a:gd name="connsiteX4" fmla="*/ 144113 w 185832"/>
                <a:gd name="connsiteY4" fmla="*/ 30725 h 35391"/>
                <a:gd name="connsiteX5" fmla="*/ 167354 w 185832"/>
                <a:gd name="connsiteY5" fmla="*/ 29963 h 35391"/>
                <a:gd name="connsiteX6" fmla="*/ 166688 w 185832"/>
                <a:gd name="connsiteY6" fmla="*/ 19297 h 35391"/>
                <a:gd name="connsiteX7" fmla="*/ 124968 w 185832"/>
                <a:gd name="connsiteY7" fmla="*/ 15488 h 35391"/>
                <a:gd name="connsiteX8" fmla="*/ 0 w 185832"/>
                <a:gd name="connsiteY8" fmla="*/ 6251 h 3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832" h="35391">
                  <a:moveTo>
                    <a:pt x="0" y="6251"/>
                  </a:moveTo>
                  <a:cubicBezTo>
                    <a:pt x="58769" y="-6320"/>
                    <a:pt x="119253" y="3108"/>
                    <a:pt x="178403" y="8250"/>
                  </a:cubicBezTo>
                  <a:cubicBezTo>
                    <a:pt x="180308" y="13107"/>
                    <a:pt x="184023" y="22916"/>
                    <a:pt x="185833" y="27773"/>
                  </a:cubicBezTo>
                  <a:cubicBezTo>
                    <a:pt x="182309" y="29678"/>
                    <a:pt x="175165" y="33487"/>
                    <a:pt x="171640" y="35391"/>
                  </a:cubicBezTo>
                  <a:cubicBezTo>
                    <a:pt x="162401" y="33773"/>
                    <a:pt x="153257" y="32249"/>
                    <a:pt x="144113" y="30725"/>
                  </a:cubicBezTo>
                  <a:cubicBezTo>
                    <a:pt x="149923" y="30535"/>
                    <a:pt x="161544" y="30154"/>
                    <a:pt x="167354" y="29963"/>
                  </a:cubicBezTo>
                  <a:lnTo>
                    <a:pt x="166688" y="19297"/>
                  </a:lnTo>
                  <a:cubicBezTo>
                    <a:pt x="152686" y="18059"/>
                    <a:pt x="138779" y="16821"/>
                    <a:pt x="124968" y="15488"/>
                  </a:cubicBezTo>
                  <a:cubicBezTo>
                    <a:pt x="84582" y="1013"/>
                    <a:pt x="41719" y="8917"/>
                    <a:pt x="0" y="62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6" name="任意多边形: 形状 35"/>
            <p:cNvSpPr/>
            <p:nvPr/>
          </p:nvSpPr>
          <p:spPr>
            <a:xfrm>
              <a:off x="760475" y="1778734"/>
              <a:ext cx="182880" cy="40282"/>
            </a:xfrm>
            <a:custGeom>
              <a:avLst/>
              <a:gdLst>
                <a:gd name="connsiteX0" fmla="*/ 0 w 182880"/>
                <a:gd name="connsiteY0" fmla="*/ 16761 h 40282"/>
                <a:gd name="connsiteX1" fmla="*/ 140494 w 182880"/>
                <a:gd name="connsiteY1" fmla="*/ 0 h 40282"/>
                <a:gd name="connsiteX2" fmla="*/ 182213 w 182880"/>
                <a:gd name="connsiteY2" fmla="*/ 3809 h 40282"/>
                <a:gd name="connsiteX3" fmla="*/ 182880 w 182880"/>
                <a:gd name="connsiteY3" fmla="*/ 14475 h 40282"/>
                <a:gd name="connsiteX4" fmla="*/ 159639 w 182880"/>
                <a:gd name="connsiteY4" fmla="*/ 15237 h 40282"/>
                <a:gd name="connsiteX5" fmla="*/ 66294 w 182880"/>
                <a:gd name="connsiteY5" fmla="*/ 7618 h 40282"/>
                <a:gd name="connsiteX6" fmla="*/ 111633 w 182880"/>
                <a:gd name="connsiteY6" fmla="*/ 24284 h 40282"/>
                <a:gd name="connsiteX7" fmla="*/ 82391 w 182880"/>
                <a:gd name="connsiteY7" fmla="*/ 40283 h 40282"/>
                <a:gd name="connsiteX8" fmla="*/ 48673 w 182880"/>
                <a:gd name="connsiteY8" fmla="*/ 31426 h 40282"/>
                <a:gd name="connsiteX9" fmla="*/ 32195 w 182880"/>
                <a:gd name="connsiteY9" fmla="*/ 30188 h 40282"/>
                <a:gd name="connsiteX10" fmla="*/ 0 w 182880"/>
                <a:gd name="connsiteY10" fmla="*/ 16761 h 4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2880" h="40282">
                  <a:moveTo>
                    <a:pt x="0" y="16761"/>
                  </a:moveTo>
                  <a:cubicBezTo>
                    <a:pt x="42767" y="-8000"/>
                    <a:pt x="93726" y="6190"/>
                    <a:pt x="140494" y="0"/>
                  </a:cubicBezTo>
                  <a:cubicBezTo>
                    <a:pt x="154305" y="1333"/>
                    <a:pt x="168212" y="2571"/>
                    <a:pt x="182213" y="3809"/>
                  </a:cubicBezTo>
                  <a:lnTo>
                    <a:pt x="182880" y="14475"/>
                  </a:lnTo>
                  <a:cubicBezTo>
                    <a:pt x="177070" y="14666"/>
                    <a:pt x="165449" y="15046"/>
                    <a:pt x="159639" y="15237"/>
                  </a:cubicBezTo>
                  <a:cubicBezTo>
                    <a:pt x="128683" y="11618"/>
                    <a:pt x="97536" y="8285"/>
                    <a:pt x="66294" y="7618"/>
                  </a:cubicBezTo>
                  <a:cubicBezTo>
                    <a:pt x="79248" y="18094"/>
                    <a:pt x="94393" y="23713"/>
                    <a:pt x="111633" y="24284"/>
                  </a:cubicBezTo>
                  <a:cubicBezTo>
                    <a:pt x="101822" y="29617"/>
                    <a:pt x="92107" y="34855"/>
                    <a:pt x="82391" y="40283"/>
                  </a:cubicBezTo>
                  <a:cubicBezTo>
                    <a:pt x="70866" y="38283"/>
                    <a:pt x="59627" y="35140"/>
                    <a:pt x="48673" y="31426"/>
                  </a:cubicBezTo>
                  <a:cubicBezTo>
                    <a:pt x="42386" y="16761"/>
                    <a:pt x="36862" y="16284"/>
                    <a:pt x="32195" y="30188"/>
                  </a:cubicBezTo>
                  <a:cubicBezTo>
                    <a:pt x="21431" y="25808"/>
                    <a:pt x="10763" y="21332"/>
                    <a:pt x="0" y="1676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7" name="任意多边形: 形状 36"/>
            <p:cNvSpPr/>
            <p:nvPr/>
          </p:nvSpPr>
          <p:spPr>
            <a:xfrm>
              <a:off x="698944" y="1788077"/>
              <a:ext cx="31813" cy="15457"/>
            </a:xfrm>
            <a:custGeom>
              <a:avLst/>
              <a:gdLst>
                <a:gd name="connsiteX0" fmla="*/ 0 w 31813"/>
                <a:gd name="connsiteY0" fmla="*/ 5799 h 15457"/>
                <a:gd name="connsiteX1" fmla="*/ 31814 w 31813"/>
                <a:gd name="connsiteY1" fmla="*/ 9798 h 15457"/>
                <a:gd name="connsiteX2" fmla="*/ 0 w 31813"/>
                <a:gd name="connsiteY2" fmla="*/ 5799 h 15457"/>
              </a:gdLst>
              <a:ahLst/>
              <a:cxnLst>
                <a:cxn ang="0">
                  <a:pos x="connsiteX0" y="connsiteY0"/>
                </a:cxn>
                <a:cxn ang="0">
                  <a:pos x="connsiteX1" y="connsiteY1"/>
                </a:cxn>
                <a:cxn ang="0">
                  <a:pos x="connsiteX2" y="connsiteY2"/>
                </a:cxn>
              </a:cxnLst>
              <a:rect l="l" t="t" r="r" b="b"/>
              <a:pathLst>
                <a:path w="31813" h="15457">
                  <a:moveTo>
                    <a:pt x="0" y="5799"/>
                  </a:moveTo>
                  <a:cubicBezTo>
                    <a:pt x="7430" y="-1439"/>
                    <a:pt x="31433" y="-3724"/>
                    <a:pt x="31814" y="9798"/>
                  </a:cubicBezTo>
                  <a:cubicBezTo>
                    <a:pt x="24289" y="16941"/>
                    <a:pt x="667" y="19036"/>
                    <a:pt x="0" y="579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8" name="任意多边形: 形状 37"/>
            <p:cNvSpPr/>
            <p:nvPr/>
          </p:nvSpPr>
          <p:spPr>
            <a:xfrm>
              <a:off x="792670" y="1798818"/>
              <a:ext cx="16478" cy="11342"/>
            </a:xfrm>
            <a:custGeom>
              <a:avLst/>
              <a:gdLst>
                <a:gd name="connsiteX0" fmla="*/ 0 w 16478"/>
                <a:gd name="connsiteY0" fmla="*/ 10104 h 11342"/>
                <a:gd name="connsiteX1" fmla="*/ 16478 w 16478"/>
                <a:gd name="connsiteY1" fmla="*/ 11342 h 11342"/>
                <a:gd name="connsiteX2" fmla="*/ 0 w 16478"/>
                <a:gd name="connsiteY2" fmla="*/ 10104 h 11342"/>
              </a:gdLst>
              <a:ahLst/>
              <a:cxnLst>
                <a:cxn ang="0">
                  <a:pos x="connsiteX0" y="connsiteY0"/>
                </a:cxn>
                <a:cxn ang="0">
                  <a:pos x="connsiteX1" y="connsiteY1"/>
                </a:cxn>
                <a:cxn ang="0">
                  <a:pos x="connsiteX2" y="connsiteY2"/>
                </a:cxn>
              </a:cxnLst>
              <a:rect l="l" t="t" r="r" b="b"/>
              <a:pathLst>
                <a:path w="16478" h="11342">
                  <a:moveTo>
                    <a:pt x="0" y="10104"/>
                  </a:moveTo>
                  <a:cubicBezTo>
                    <a:pt x="4667" y="-3800"/>
                    <a:pt x="10192" y="-3323"/>
                    <a:pt x="16478" y="11342"/>
                  </a:cubicBezTo>
                  <a:cubicBezTo>
                    <a:pt x="12382" y="11056"/>
                    <a:pt x="4191" y="10390"/>
                    <a:pt x="0" y="1010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9" name="任意多边形: 形状 38"/>
            <p:cNvSpPr/>
            <p:nvPr/>
          </p:nvSpPr>
          <p:spPr>
            <a:xfrm>
              <a:off x="842867" y="1803018"/>
              <a:ext cx="54768" cy="24474"/>
            </a:xfrm>
            <a:custGeom>
              <a:avLst/>
              <a:gdLst>
                <a:gd name="connsiteX0" fmla="*/ 29242 w 54768"/>
                <a:gd name="connsiteY0" fmla="*/ 0 h 24474"/>
                <a:gd name="connsiteX1" fmla="*/ 54769 w 54768"/>
                <a:gd name="connsiteY1" fmla="*/ 3809 h 24474"/>
                <a:gd name="connsiteX2" fmla="*/ 44958 w 54768"/>
                <a:gd name="connsiteY2" fmla="*/ 24475 h 24474"/>
                <a:gd name="connsiteX3" fmla="*/ 0 w 54768"/>
                <a:gd name="connsiteY3" fmla="*/ 15999 h 24474"/>
                <a:gd name="connsiteX4" fmla="*/ 29242 w 54768"/>
                <a:gd name="connsiteY4" fmla="*/ 0 h 24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68" h="24474">
                  <a:moveTo>
                    <a:pt x="29242" y="0"/>
                  </a:moveTo>
                  <a:cubicBezTo>
                    <a:pt x="37814" y="1143"/>
                    <a:pt x="46292" y="2381"/>
                    <a:pt x="54769" y="3809"/>
                  </a:cubicBezTo>
                  <a:cubicBezTo>
                    <a:pt x="52292" y="8952"/>
                    <a:pt x="47435" y="19332"/>
                    <a:pt x="44958" y="24475"/>
                  </a:cubicBezTo>
                  <a:cubicBezTo>
                    <a:pt x="30004" y="21237"/>
                    <a:pt x="14954" y="18665"/>
                    <a:pt x="0" y="15999"/>
                  </a:cubicBezTo>
                  <a:cubicBezTo>
                    <a:pt x="9716" y="10571"/>
                    <a:pt x="19431" y="5333"/>
                    <a:pt x="2924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40" name="图形 27"/>
            <p:cNvGrpSpPr/>
            <p:nvPr/>
          </p:nvGrpSpPr>
          <p:grpSpPr>
            <a:xfrm>
              <a:off x="887825" y="1806827"/>
              <a:ext cx="180498" cy="69328"/>
              <a:chOff x="887825" y="1806827"/>
              <a:chExt cx="180498" cy="69328"/>
            </a:xfrm>
            <a:grpFill/>
          </p:grpSpPr>
          <p:sp>
            <p:nvSpPr>
              <p:cNvPr id="41" name="任意多边形: 形状 40"/>
              <p:cNvSpPr/>
              <p:nvPr/>
            </p:nvSpPr>
            <p:spPr>
              <a:xfrm>
                <a:off x="887825" y="1806827"/>
                <a:ext cx="24193" cy="23998"/>
              </a:xfrm>
              <a:custGeom>
                <a:avLst/>
                <a:gdLst>
                  <a:gd name="connsiteX0" fmla="*/ 9811 w 24193"/>
                  <a:gd name="connsiteY0" fmla="*/ 0 h 23998"/>
                  <a:gd name="connsiteX1" fmla="*/ 24194 w 24193"/>
                  <a:gd name="connsiteY1" fmla="*/ 4095 h 23998"/>
                  <a:gd name="connsiteX2" fmla="*/ 22574 w 24193"/>
                  <a:gd name="connsiteY2" fmla="*/ 23998 h 23998"/>
                  <a:gd name="connsiteX3" fmla="*/ 0 w 24193"/>
                  <a:gd name="connsiteY3" fmla="*/ 20665 h 23998"/>
                  <a:gd name="connsiteX4" fmla="*/ 9811 w 24193"/>
                  <a:gd name="connsiteY4" fmla="*/ 0 h 23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 h="23998">
                    <a:moveTo>
                      <a:pt x="9811" y="0"/>
                    </a:moveTo>
                    <a:cubicBezTo>
                      <a:pt x="13430" y="1048"/>
                      <a:pt x="20669" y="3047"/>
                      <a:pt x="24194" y="4095"/>
                    </a:cubicBezTo>
                    <a:cubicBezTo>
                      <a:pt x="23813" y="9047"/>
                      <a:pt x="22955" y="19046"/>
                      <a:pt x="22574" y="23998"/>
                    </a:cubicBezTo>
                    <a:cubicBezTo>
                      <a:pt x="16954" y="23236"/>
                      <a:pt x="5620" y="21522"/>
                      <a:pt x="0" y="20665"/>
                    </a:cubicBezTo>
                    <a:cubicBezTo>
                      <a:pt x="2477" y="15523"/>
                      <a:pt x="7334" y="5142"/>
                      <a:pt x="981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42" name="任意多边形: 形状 41"/>
              <p:cNvSpPr/>
              <p:nvPr/>
            </p:nvSpPr>
            <p:spPr>
              <a:xfrm>
                <a:off x="1042416" y="1848634"/>
                <a:ext cx="25908" cy="27521"/>
              </a:xfrm>
              <a:custGeom>
                <a:avLst/>
                <a:gdLst>
                  <a:gd name="connsiteX0" fmla="*/ 11811 w 25908"/>
                  <a:gd name="connsiteY0" fmla="*/ 0 h 27521"/>
                  <a:gd name="connsiteX1" fmla="*/ 25908 w 25908"/>
                  <a:gd name="connsiteY1" fmla="*/ 10285 h 27521"/>
                  <a:gd name="connsiteX2" fmla="*/ 22955 w 25908"/>
                  <a:gd name="connsiteY2" fmla="*/ 27522 h 27521"/>
                  <a:gd name="connsiteX3" fmla="*/ 0 w 25908"/>
                  <a:gd name="connsiteY3" fmla="*/ 20380 h 27521"/>
                  <a:gd name="connsiteX4" fmla="*/ 11811 w 25908"/>
                  <a:gd name="connsiteY4" fmla="*/ 0 h 27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 h="27521">
                    <a:moveTo>
                      <a:pt x="11811" y="0"/>
                    </a:moveTo>
                    <a:cubicBezTo>
                      <a:pt x="15335" y="2571"/>
                      <a:pt x="22384" y="7714"/>
                      <a:pt x="25908" y="10285"/>
                    </a:cubicBezTo>
                    <a:cubicBezTo>
                      <a:pt x="25146" y="14570"/>
                      <a:pt x="23717" y="23236"/>
                      <a:pt x="22955" y="27522"/>
                    </a:cubicBezTo>
                    <a:cubicBezTo>
                      <a:pt x="17240" y="25712"/>
                      <a:pt x="5715" y="22189"/>
                      <a:pt x="0" y="20380"/>
                    </a:cubicBezTo>
                    <a:cubicBezTo>
                      <a:pt x="2953" y="15237"/>
                      <a:pt x="8858" y="5047"/>
                      <a:pt x="1181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43" name="图形 27"/>
            <p:cNvGrpSpPr/>
            <p:nvPr/>
          </p:nvGrpSpPr>
          <p:grpSpPr>
            <a:xfrm>
              <a:off x="910399" y="1810922"/>
              <a:ext cx="175260" cy="66566"/>
              <a:chOff x="910399" y="1810922"/>
              <a:chExt cx="175260" cy="66566"/>
            </a:xfrm>
            <a:grpFill/>
          </p:grpSpPr>
          <p:sp>
            <p:nvSpPr>
              <p:cNvPr id="44" name="任意多边形: 形状 43"/>
              <p:cNvSpPr/>
              <p:nvPr/>
            </p:nvSpPr>
            <p:spPr>
              <a:xfrm>
                <a:off x="910399" y="1810922"/>
                <a:ext cx="43433" cy="30093"/>
              </a:xfrm>
              <a:custGeom>
                <a:avLst/>
                <a:gdLst>
                  <a:gd name="connsiteX0" fmla="*/ 1619 w 43433"/>
                  <a:gd name="connsiteY0" fmla="*/ 0 h 30093"/>
                  <a:gd name="connsiteX1" fmla="*/ 43434 w 43433"/>
                  <a:gd name="connsiteY1" fmla="*/ 10380 h 30093"/>
                  <a:gd name="connsiteX2" fmla="*/ 38957 w 43433"/>
                  <a:gd name="connsiteY2" fmla="*/ 30093 h 30093"/>
                  <a:gd name="connsiteX3" fmla="*/ 0 w 43433"/>
                  <a:gd name="connsiteY3" fmla="*/ 19903 h 30093"/>
                  <a:gd name="connsiteX4" fmla="*/ 1619 w 43433"/>
                  <a:gd name="connsiteY4" fmla="*/ 0 h 3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3" h="30093">
                    <a:moveTo>
                      <a:pt x="1619" y="0"/>
                    </a:moveTo>
                    <a:cubicBezTo>
                      <a:pt x="15430" y="3809"/>
                      <a:pt x="29432" y="7238"/>
                      <a:pt x="43434" y="10380"/>
                    </a:cubicBezTo>
                    <a:cubicBezTo>
                      <a:pt x="42291" y="15332"/>
                      <a:pt x="40100" y="25141"/>
                      <a:pt x="38957" y="30093"/>
                    </a:cubicBezTo>
                    <a:cubicBezTo>
                      <a:pt x="26003" y="26665"/>
                      <a:pt x="12954" y="23427"/>
                      <a:pt x="0" y="19903"/>
                    </a:cubicBezTo>
                    <a:cubicBezTo>
                      <a:pt x="381" y="14951"/>
                      <a:pt x="1238" y="4952"/>
                      <a:pt x="1619"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45" name="任意多边形: 形状 44"/>
              <p:cNvSpPr/>
              <p:nvPr/>
            </p:nvSpPr>
            <p:spPr>
              <a:xfrm>
                <a:off x="1065371" y="1858728"/>
                <a:ext cx="20288" cy="18760"/>
              </a:xfrm>
              <a:custGeom>
                <a:avLst/>
                <a:gdLst>
                  <a:gd name="connsiteX0" fmla="*/ 2953 w 20288"/>
                  <a:gd name="connsiteY0" fmla="*/ 191 h 18760"/>
                  <a:gd name="connsiteX1" fmla="*/ 20288 w 20288"/>
                  <a:gd name="connsiteY1" fmla="*/ 0 h 18760"/>
                  <a:gd name="connsiteX2" fmla="*/ 17240 w 20288"/>
                  <a:gd name="connsiteY2" fmla="*/ 18761 h 18760"/>
                  <a:gd name="connsiteX3" fmla="*/ 0 w 20288"/>
                  <a:gd name="connsiteY3" fmla="*/ 17427 h 18760"/>
                  <a:gd name="connsiteX4" fmla="*/ 2953 w 20288"/>
                  <a:gd name="connsiteY4" fmla="*/ 191 h 18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8" h="18760">
                    <a:moveTo>
                      <a:pt x="2953" y="191"/>
                    </a:moveTo>
                    <a:cubicBezTo>
                      <a:pt x="7334" y="95"/>
                      <a:pt x="16002" y="0"/>
                      <a:pt x="20288" y="0"/>
                    </a:cubicBezTo>
                    <a:cubicBezTo>
                      <a:pt x="19526" y="4666"/>
                      <a:pt x="18002" y="14094"/>
                      <a:pt x="17240" y="18761"/>
                    </a:cubicBezTo>
                    <a:cubicBezTo>
                      <a:pt x="12954" y="18380"/>
                      <a:pt x="4286" y="17808"/>
                      <a:pt x="0" y="17427"/>
                    </a:cubicBezTo>
                    <a:cubicBezTo>
                      <a:pt x="762" y="13142"/>
                      <a:pt x="2191" y="4476"/>
                      <a:pt x="2953" y="19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57" name="任意多边形: 形状 56"/>
            <p:cNvSpPr/>
            <p:nvPr/>
          </p:nvSpPr>
          <p:spPr>
            <a:xfrm>
              <a:off x="961929" y="1825017"/>
              <a:ext cx="48482" cy="37045"/>
            </a:xfrm>
            <a:custGeom>
              <a:avLst/>
              <a:gdLst>
                <a:gd name="connsiteX0" fmla="*/ 12478 w 48482"/>
                <a:gd name="connsiteY0" fmla="*/ 0 h 37045"/>
                <a:gd name="connsiteX1" fmla="*/ 48482 w 48482"/>
                <a:gd name="connsiteY1" fmla="*/ 11904 h 37045"/>
                <a:gd name="connsiteX2" fmla="*/ 28480 w 48482"/>
                <a:gd name="connsiteY2" fmla="*/ 37045 h 37045"/>
                <a:gd name="connsiteX3" fmla="*/ 0 w 48482"/>
                <a:gd name="connsiteY3" fmla="*/ 22379 h 37045"/>
                <a:gd name="connsiteX4" fmla="*/ 12478 w 48482"/>
                <a:gd name="connsiteY4" fmla="*/ 0 h 37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82" h="37045">
                  <a:moveTo>
                    <a:pt x="12478" y="0"/>
                  </a:moveTo>
                  <a:cubicBezTo>
                    <a:pt x="24575" y="3619"/>
                    <a:pt x="36576" y="7523"/>
                    <a:pt x="48482" y="11904"/>
                  </a:cubicBezTo>
                  <a:cubicBezTo>
                    <a:pt x="41910" y="20284"/>
                    <a:pt x="35338" y="28760"/>
                    <a:pt x="28480" y="37045"/>
                  </a:cubicBezTo>
                  <a:cubicBezTo>
                    <a:pt x="21336" y="33331"/>
                    <a:pt x="7144" y="25998"/>
                    <a:pt x="0" y="22379"/>
                  </a:cubicBezTo>
                  <a:cubicBezTo>
                    <a:pt x="3048" y="16761"/>
                    <a:pt x="9335" y="5619"/>
                    <a:pt x="12478"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8" name="任意多边形: 形状 57"/>
            <p:cNvSpPr/>
            <p:nvPr/>
          </p:nvSpPr>
          <p:spPr>
            <a:xfrm>
              <a:off x="1097565" y="1864347"/>
              <a:ext cx="26193" cy="27141"/>
            </a:xfrm>
            <a:custGeom>
              <a:avLst/>
              <a:gdLst>
                <a:gd name="connsiteX0" fmla="*/ 10858 w 26193"/>
                <a:gd name="connsiteY0" fmla="*/ 0 h 27141"/>
                <a:gd name="connsiteX1" fmla="*/ 26194 w 26193"/>
                <a:gd name="connsiteY1" fmla="*/ 5047 h 27141"/>
                <a:gd name="connsiteX2" fmla="*/ 16669 w 26193"/>
                <a:gd name="connsiteY2" fmla="*/ 27141 h 27141"/>
                <a:gd name="connsiteX3" fmla="*/ 0 w 26193"/>
                <a:gd name="connsiteY3" fmla="*/ 21808 h 27141"/>
                <a:gd name="connsiteX4" fmla="*/ 10858 w 26193"/>
                <a:gd name="connsiteY4" fmla="*/ 0 h 27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93" h="27141">
                  <a:moveTo>
                    <a:pt x="10858" y="0"/>
                  </a:moveTo>
                  <a:cubicBezTo>
                    <a:pt x="14668" y="1238"/>
                    <a:pt x="22384" y="3714"/>
                    <a:pt x="26194" y="5047"/>
                  </a:cubicBezTo>
                  <a:cubicBezTo>
                    <a:pt x="23813" y="10571"/>
                    <a:pt x="19050" y="21618"/>
                    <a:pt x="16669" y="27141"/>
                  </a:cubicBezTo>
                  <a:cubicBezTo>
                    <a:pt x="12478" y="25808"/>
                    <a:pt x="4191" y="23141"/>
                    <a:pt x="0" y="21808"/>
                  </a:cubicBezTo>
                  <a:cubicBezTo>
                    <a:pt x="2667" y="16285"/>
                    <a:pt x="8191" y="5428"/>
                    <a:pt x="10858"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9" name="任意多边形: 形状 58"/>
            <p:cNvSpPr/>
            <p:nvPr/>
          </p:nvSpPr>
          <p:spPr>
            <a:xfrm>
              <a:off x="1132808" y="1874537"/>
              <a:ext cx="62007" cy="28664"/>
            </a:xfrm>
            <a:custGeom>
              <a:avLst/>
              <a:gdLst>
                <a:gd name="connsiteX0" fmla="*/ 9525 w 62007"/>
                <a:gd name="connsiteY0" fmla="*/ 0 h 28664"/>
                <a:gd name="connsiteX1" fmla="*/ 62008 w 62007"/>
                <a:gd name="connsiteY1" fmla="*/ 12761 h 28664"/>
                <a:gd name="connsiteX2" fmla="*/ 28289 w 62007"/>
                <a:gd name="connsiteY2" fmla="*/ 28665 h 28664"/>
                <a:gd name="connsiteX3" fmla="*/ 0 w 62007"/>
                <a:gd name="connsiteY3" fmla="*/ 21332 h 28664"/>
                <a:gd name="connsiteX4" fmla="*/ 9525 w 62007"/>
                <a:gd name="connsiteY4" fmla="*/ 0 h 28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07" h="28664">
                  <a:moveTo>
                    <a:pt x="9525" y="0"/>
                  </a:moveTo>
                  <a:cubicBezTo>
                    <a:pt x="26956" y="4381"/>
                    <a:pt x="44482" y="8380"/>
                    <a:pt x="62008" y="12761"/>
                  </a:cubicBezTo>
                  <a:cubicBezTo>
                    <a:pt x="50768" y="17999"/>
                    <a:pt x="39529" y="23332"/>
                    <a:pt x="28289" y="28665"/>
                  </a:cubicBezTo>
                  <a:cubicBezTo>
                    <a:pt x="18860" y="26093"/>
                    <a:pt x="9430" y="23617"/>
                    <a:pt x="0" y="21332"/>
                  </a:cubicBezTo>
                  <a:cubicBezTo>
                    <a:pt x="2381" y="15999"/>
                    <a:pt x="7144" y="5333"/>
                    <a:pt x="9525"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1" name="任意多边形: 形状 60"/>
            <p:cNvSpPr/>
            <p:nvPr/>
          </p:nvSpPr>
          <p:spPr>
            <a:xfrm>
              <a:off x="1161097" y="1887298"/>
              <a:ext cx="80676" cy="24855"/>
            </a:xfrm>
            <a:custGeom>
              <a:avLst/>
              <a:gdLst>
                <a:gd name="connsiteX0" fmla="*/ 33719 w 80676"/>
                <a:gd name="connsiteY0" fmla="*/ 0 h 24855"/>
                <a:gd name="connsiteX1" fmla="*/ 80677 w 80676"/>
                <a:gd name="connsiteY1" fmla="*/ 12570 h 24855"/>
                <a:gd name="connsiteX2" fmla="*/ 35052 w 80676"/>
                <a:gd name="connsiteY2" fmla="*/ 24855 h 24855"/>
                <a:gd name="connsiteX3" fmla="*/ 0 w 80676"/>
                <a:gd name="connsiteY3" fmla="*/ 15904 h 24855"/>
                <a:gd name="connsiteX4" fmla="*/ 33719 w 80676"/>
                <a:gd name="connsiteY4" fmla="*/ 0 h 24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76" h="24855">
                  <a:moveTo>
                    <a:pt x="33719" y="0"/>
                  </a:moveTo>
                  <a:cubicBezTo>
                    <a:pt x="49435" y="4000"/>
                    <a:pt x="65056" y="8285"/>
                    <a:pt x="80677" y="12570"/>
                  </a:cubicBezTo>
                  <a:cubicBezTo>
                    <a:pt x="65437" y="16856"/>
                    <a:pt x="50292" y="20856"/>
                    <a:pt x="35052" y="24855"/>
                  </a:cubicBezTo>
                  <a:cubicBezTo>
                    <a:pt x="23336" y="21998"/>
                    <a:pt x="11621" y="18856"/>
                    <a:pt x="0" y="15904"/>
                  </a:cubicBezTo>
                  <a:cubicBezTo>
                    <a:pt x="11240" y="10571"/>
                    <a:pt x="22479" y="5238"/>
                    <a:pt x="33719"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09" name="组合 108"/>
          <p:cNvGrpSpPr/>
          <p:nvPr/>
        </p:nvGrpSpPr>
        <p:grpSpPr>
          <a:xfrm>
            <a:off x="10182129" y="5158878"/>
            <a:ext cx="2009870" cy="1698451"/>
            <a:chOff x="10182129" y="5158878"/>
            <a:chExt cx="2009870" cy="1698451"/>
          </a:xfrm>
          <a:solidFill>
            <a:srgbClr val="FAFAFA"/>
          </a:solidFill>
        </p:grpSpPr>
        <p:sp>
          <p:nvSpPr>
            <p:cNvPr id="31" name="任意多边形: 形状 30"/>
            <p:cNvSpPr/>
            <p:nvPr/>
          </p:nvSpPr>
          <p:spPr>
            <a:xfrm>
              <a:off x="10182129" y="5158878"/>
              <a:ext cx="2009870" cy="1698451"/>
            </a:xfrm>
            <a:custGeom>
              <a:avLst/>
              <a:gdLst>
                <a:gd name="connsiteX0" fmla="*/ 1676114 w 2009870"/>
                <a:gd name="connsiteY0" fmla="*/ 32093 h 1698451"/>
                <a:gd name="connsiteX1" fmla="*/ 2009870 w 2009870"/>
                <a:gd name="connsiteY1" fmla="*/ 0 h 1698451"/>
                <a:gd name="connsiteX2" fmla="*/ 2009870 w 2009870"/>
                <a:gd name="connsiteY2" fmla="*/ 94565 h 1698451"/>
                <a:gd name="connsiteX3" fmla="*/ 1637919 w 2009870"/>
                <a:gd name="connsiteY3" fmla="*/ 125800 h 1698451"/>
                <a:gd name="connsiteX4" fmla="*/ 1275684 w 2009870"/>
                <a:gd name="connsiteY4" fmla="*/ 104849 h 1698451"/>
                <a:gd name="connsiteX5" fmla="*/ 1085659 w 2009870"/>
                <a:gd name="connsiteY5" fmla="*/ 108754 h 1698451"/>
                <a:gd name="connsiteX6" fmla="*/ 716756 w 2009870"/>
                <a:gd name="connsiteY6" fmla="*/ 176273 h 1698451"/>
                <a:gd name="connsiteX7" fmla="*/ 180213 w 2009870"/>
                <a:gd name="connsiteY7" fmla="*/ 565008 h 1698451"/>
                <a:gd name="connsiteX8" fmla="*/ 67056 w 2009870"/>
                <a:gd name="connsiteY8" fmla="*/ 756899 h 1698451"/>
                <a:gd name="connsiteX9" fmla="*/ 96012 w 2009870"/>
                <a:gd name="connsiteY9" fmla="*/ 980788 h 1698451"/>
                <a:gd name="connsiteX10" fmla="*/ 58198 w 2009870"/>
                <a:gd name="connsiteY10" fmla="*/ 945743 h 1698451"/>
                <a:gd name="connsiteX11" fmla="*/ 130207 w 2009870"/>
                <a:gd name="connsiteY11" fmla="*/ 1062973 h 1698451"/>
                <a:gd name="connsiteX12" fmla="*/ 242792 w 2009870"/>
                <a:gd name="connsiteY12" fmla="*/ 1173822 h 1698451"/>
                <a:gd name="connsiteX13" fmla="*/ 233076 w 2009870"/>
                <a:gd name="connsiteY13" fmla="*/ 1151347 h 1698451"/>
                <a:gd name="connsiteX14" fmla="*/ 202978 w 2009870"/>
                <a:gd name="connsiteY14" fmla="*/ 1112207 h 1698451"/>
                <a:gd name="connsiteX15" fmla="*/ 359378 w 2009870"/>
                <a:gd name="connsiteY15" fmla="*/ 1273815 h 1698451"/>
                <a:gd name="connsiteX16" fmla="*/ 414433 w 2009870"/>
                <a:gd name="connsiteY16" fmla="*/ 1469135 h 1698451"/>
                <a:gd name="connsiteX17" fmla="*/ 337090 w 2009870"/>
                <a:gd name="connsiteY17" fmla="*/ 1698452 h 1698451"/>
                <a:gd name="connsiteX18" fmla="*/ 236982 w 2009870"/>
                <a:gd name="connsiteY18" fmla="*/ 1698452 h 1698451"/>
                <a:gd name="connsiteX19" fmla="*/ 329851 w 2009870"/>
                <a:gd name="connsiteY19" fmla="*/ 1534940 h 1698451"/>
                <a:gd name="connsiteX20" fmla="*/ 329755 w 2009870"/>
                <a:gd name="connsiteY20" fmla="*/ 1389140 h 1698451"/>
                <a:gd name="connsiteX21" fmla="*/ 166592 w 2009870"/>
                <a:gd name="connsiteY21" fmla="*/ 1184107 h 1698451"/>
                <a:gd name="connsiteX22" fmla="*/ 269272 w 2009870"/>
                <a:gd name="connsiteY22" fmla="*/ 1279053 h 1698451"/>
                <a:gd name="connsiteX23" fmla="*/ 293084 w 2009870"/>
                <a:gd name="connsiteY23" fmla="*/ 1274863 h 1698451"/>
                <a:gd name="connsiteX24" fmla="*/ 344710 w 2009870"/>
                <a:gd name="connsiteY24" fmla="*/ 1339049 h 1698451"/>
                <a:gd name="connsiteX25" fmla="*/ 264795 w 2009870"/>
                <a:gd name="connsiteY25" fmla="*/ 1231151 h 1698451"/>
                <a:gd name="connsiteX26" fmla="*/ 179832 w 2009870"/>
                <a:gd name="connsiteY26" fmla="*/ 1145062 h 1698451"/>
                <a:gd name="connsiteX27" fmla="*/ 125063 w 2009870"/>
                <a:gd name="connsiteY27" fmla="*/ 1083543 h 1698451"/>
                <a:gd name="connsiteX28" fmla="*/ 109347 w 2009870"/>
                <a:gd name="connsiteY28" fmla="*/ 1063354 h 1698451"/>
                <a:gd name="connsiteX29" fmla="*/ 73057 w 2009870"/>
                <a:gd name="connsiteY29" fmla="*/ 1009453 h 1698451"/>
                <a:gd name="connsiteX30" fmla="*/ 36386 w 2009870"/>
                <a:gd name="connsiteY30" fmla="*/ 952123 h 1698451"/>
                <a:gd name="connsiteX31" fmla="*/ 66770 w 2009870"/>
                <a:gd name="connsiteY31" fmla="*/ 1046879 h 1698451"/>
                <a:gd name="connsiteX32" fmla="*/ 0 w 2009870"/>
                <a:gd name="connsiteY32" fmla="*/ 860130 h 1698451"/>
                <a:gd name="connsiteX33" fmla="*/ 45625 w 2009870"/>
                <a:gd name="connsiteY33" fmla="*/ 648526 h 1698451"/>
                <a:gd name="connsiteX34" fmla="*/ 226123 w 2009870"/>
                <a:gd name="connsiteY34" fmla="*/ 429874 h 1698451"/>
                <a:gd name="connsiteX35" fmla="*/ 501015 w 2009870"/>
                <a:gd name="connsiteY35" fmla="*/ 219508 h 1698451"/>
                <a:gd name="connsiteX36" fmla="*/ 666084 w 2009870"/>
                <a:gd name="connsiteY36" fmla="*/ 126276 h 1698451"/>
                <a:gd name="connsiteX37" fmla="*/ 1267492 w 2009870"/>
                <a:gd name="connsiteY37" fmla="*/ 18189 h 1698451"/>
                <a:gd name="connsiteX38" fmla="*/ 1676114 w 2009870"/>
                <a:gd name="connsiteY38" fmla="*/ 32093 h 1698451"/>
                <a:gd name="connsiteX39" fmla="*/ 253746 w 2009870"/>
                <a:gd name="connsiteY39" fmla="*/ 1194202 h 1698451"/>
                <a:gd name="connsiteX40" fmla="*/ 376999 w 2009870"/>
                <a:gd name="connsiteY40" fmla="*/ 1337239 h 1698451"/>
                <a:gd name="connsiteX41" fmla="*/ 266223 w 2009870"/>
                <a:gd name="connsiteY41" fmla="*/ 1180488 h 1698451"/>
                <a:gd name="connsiteX42" fmla="*/ 253746 w 2009870"/>
                <a:gd name="connsiteY42" fmla="*/ 1194202 h 1698451"/>
                <a:gd name="connsiteX43" fmla="*/ 288608 w 2009870"/>
                <a:gd name="connsiteY43" fmla="*/ 1291052 h 1698451"/>
                <a:gd name="connsiteX44" fmla="*/ 288608 w 2009870"/>
                <a:gd name="connsiteY44" fmla="*/ 1291052 h 16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009870" h="1698451">
                  <a:moveTo>
                    <a:pt x="1676114" y="32093"/>
                  </a:moveTo>
                  <a:cubicBezTo>
                    <a:pt x="1787462" y="29712"/>
                    <a:pt x="1903571" y="40759"/>
                    <a:pt x="2009870" y="0"/>
                  </a:cubicBezTo>
                  <a:lnTo>
                    <a:pt x="2009870" y="94565"/>
                  </a:lnTo>
                  <a:cubicBezTo>
                    <a:pt x="1889474" y="131515"/>
                    <a:pt x="1762316" y="129705"/>
                    <a:pt x="1637919" y="125800"/>
                  </a:cubicBezTo>
                  <a:cubicBezTo>
                    <a:pt x="1517238" y="117420"/>
                    <a:pt x="1396365" y="112087"/>
                    <a:pt x="1275684" y="104849"/>
                  </a:cubicBezTo>
                  <a:cubicBezTo>
                    <a:pt x="1212247" y="99231"/>
                    <a:pt x="1149001" y="109325"/>
                    <a:pt x="1085659" y="108754"/>
                  </a:cubicBezTo>
                  <a:cubicBezTo>
                    <a:pt x="960691" y="115325"/>
                    <a:pt x="834867" y="133895"/>
                    <a:pt x="716756" y="176273"/>
                  </a:cubicBezTo>
                  <a:cubicBezTo>
                    <a:pt x="510444" y="260744"/>
                    <a:pt x="326517" y="397305"/>
                    <a:pt x="180213" y="565008"/>
                  </a:cubicBezTo>
                  <a:cubicBezTo>
                    <a:pt x="132112" y="621670"/>
                    <a:pt x="82201" y="682047"/>
                    <a:pt x="67056" y="756899"/>
                  </a:cubicBezTo>
                  <a:cubicBezTo>
                    <a:pt x="53721" y="832132"/>
                    <a:pt x="61531" y="911935"/>
                    <a:pt x="96012" y="980788"/>
                  </a:cubicBezTo>
                  <a:cubicBezTo>
                    <a:pt x="86487" y="972026"/>
                    <a:pt x="67627" y="954504"/>
                    <a:pt x="58198" y="945743"/>
                  </a:cubicBezTo>
                  <a:cubicBezTo>
                    <a:pt x="76009" y="988121"/>
                    <a:pt x="98488" y="1029165"/>
                    <a:pt x="130207" y="1062973"/>
                  </a:cubicBezTo>
                  <a:cubicBezTo>
                    <a:pt x="166688" y="1100875"/>
                    <a:pt x="197548" y="1145252"/>
                    <a:pt x="242792" y="1173822"/>
                  </a:cubicBezTo>
                  <a:cubicBezTo>
                    <a:pt x="240411" y="1168204"/>
                    <a:pt x="235553" y="1156966"/>
                    <a:pt x="233076" y="1151347"/>
                  </a:cubicBezTo>
                  <a:cubicBezTo>
                    <a:pt x="222313" y="1138872"/>
                    <a:pt x="212217" y="1125635"/>
                    <a:pt x="202978" y="1112207"/>
                  </a:cubicBezTo>
                  <a:cubicBezTo>
                    <a:pt x="259080" y="1161728"/>
                    <a:pt x="313659" y="1214200"/>
                    <a:pt x="359378" y="1273815"/>
                  </a:cubicBezTo>
                  <a:cubicBezTo>
                    <a:pt x="402241" y="1328573"/>
                    <a:pt x="414242" y="1401330"/>
                    <a:pt x="414433" y="1469135"/>
                  </a:cubicBezTo>
                  <a:cubicBezTo>
                    <a:pt x="404242" y="1549320"/>
                    <a:pt x="382715" y="1630552"/>
                    <a:pt x="337090" y="1698452"/>
                  </a:cubicBezTo>
                  <a:lnTo>
                    <a:pt x="236982" y="1698452"/>
                  </a:lnTo>
                  <a:cubicBezTo>
                    <a:pt x="273273" y="1647313"/>
                    <a:pt x="309181" y="1594649"/>
                    <a:pt x="329851" y="1534940"/>
                  </a:cubicBezTo>
                  <a:cubicBezTo>
                    <a:pt x="345663" y="1488276"/>
                    <a:pt x="350425" y="1435137"/>
                    <a:pt x="329755" y="1389140"/>
                  </a:cubicBezTo>
                  <a:cubicBezTo>
                    <a:pt x="291655" y="1308860"/>
                    <a:pt x="220409" y="1252769"/>
                    <a:pt x="166592" y="1184107"/>
                  </a:cubicBezTo>
                  <a:cubicBezTo>
                    <a:pt x="205169" y="1210772"/>
                    <a:pt x="236696" y="1245627"/>
                    <a:pt x="269272" y="1279053"/>
                  </a:cubicBezTo>
                  <a:cubicBezTo>
                    <a:pt x="275177" y="1278005"/>
                    <a:pt x="287179" y="1275910"/>
                    <a:pt x="293084" y="1274863"/>
                  </a:cubicBezTo>
                  <a:cubicBezTo>
                    <a:pt x="307658" y="1298194"/>
                    <a:pt x="324041" y="1320669"/>
                    <a:pt x="344710" y="1339049"/>
                  </a:cubicBezTo>
                  <a:cubicBezTo>
                    <a:pt x="328517" y="1296195"/>
                    <a:pt x="295180" y="1264006"/>
                    <a:pt x="264795" y="1231151"/>
                  </a:cubicBezTo>
                  <a:cubicBezTo>
                    <a:pt x="238125" y="1200772"/>
                    <a:pt x="208693" y="1173156"/>
                    <a:pt x="179832" y="1145062"/>
                  </a:cubicBezTo>
                  <a:cubicBezTo>
                    <a:pt x="162306" y="1123825"/>
                    <a:pt x="143827" y="1103542"/>
                    <a:pt x="125063" y="1083543"/>
                  </a:cubicBezTo>
                  <a:cubicBezTo>
                    <a:pt x="119635" y="1076781"/>
                    <a:pt x="114395" y="1070020"/>
                    <a:pt x="109347" y="1063354"/>
                  </a:cubicBezTo>
                  <a:cubicBezTo>
                    <a:pt x="96107" y="1046021"/>
                    <a:pt x="84201" y="1027928"/>
                    <a:pt x="73057" y="1009453"/>
                  </a:cubicBezTo>
                  <a:cubicBezTo>
                    <a:pt x="61531" y="989740"/>
                    <a:pt x="50006" y="970218"/>
                    <a:pt x="36386" y="952123"/>
                  </a:cubicBezTo>
                  <a:cubicBezTo>
                    <a:pt x="45244" y="984121"/>
                    <a:pt x="61246" y="1013833"/>
                    <a:pt x="66770" y="1046879"/>
                  </a:cubicBezTo>
                  <a:cubicBezTo>
                    <a:pt x="27146" y="992692"/>
                    <a:pt x="191" y="927935"/>
                    <a:pt x="0" y="860130"/>
                  </a:cubicBezTo>
                  <a:cubicBezTo>
                    <a:pt x="381" y="787754"/>
                    <a:pt x="9048" y="712331"/>
                    <a:pt x="45625" y="648526"/>
                  </a:cubicBezTo>
                  <a:cubicBezTo>
                    <a:pt x="91155" y="564817"/>
                    <a:pt x="154781" y="492537"/>
                    <a:pt x="226123" y="429874"/>
                  </a:cubicBezTo>
                  <a:cubicBezTo>
                    <a:pt x="309753" y="349975"/>
                    <a:pt x="403003" y="280647"/>
                    <a:pt x="501015" y="219508"/>
                  </a:cubicBezTo>
                  <a:cubicBezTo>
                    <a:pt x="552069" y="181892"/>
                    <a:pt x="606553" y="148656"/>
                    <a:pt x="666084" y="126276"/>
                  </a:cubicBezTo>
                  <a:cubicBezTo>
                    <a:pt x="854773" y="42854"/>
                    <a:pt x="1063753" y="25427"/>
                    <a:pt x="1267492" y="18189"/>
                  </a:cubicBezTo>
                  <a:cubicBezTo>
                    <a:pt x="1403890" y="12761"/>
                    <a:pt x="1539907" y="27712"/>
                    <a:pt x="1676114" y="32093"/>
                  </a:cubicBezTo>
                  <a:moveTo>
                    <a:pt x="253746" y="1194202"/>
                  </a:moveTo>
                  <a:cubicBezTo>
                    <a:pt x="304609" y="1233247"/>
                    <a:pt x="334518" y="1290671"/>
                    <a:pt x="376999" y="1337239"/>
                  </a:cubicBezTo>
                  <a:cubicBezTo>
                    <a:pt x="354235" y="1275815"/>
                    <a:pt x="306324" y="1230199"/>
                    <a:pt x="266223" y="1180488"/>
                  </a:cubicBezTo>
                  <a:cubicBezTo>
                    <a:pt x="261842" y="1184964"/>
                    <a:pt x="257747" y="1189440"/>
                    <a:pt x="253746" y="1194202"/>
                  </a:cubicBezTo>
                  <a:moveTo>
                    <a:pt x="288608" y="1291052"/>
                  </a:moveTo>
                  <a:cubicBezTo>
                    <a:pt x="293370" y="1295909"/>
                    <a:pt x="293370" y="1295909"/>
                    <a:pt x="288608" y="129105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2" name="任意多边形: 形状 31"/>
            <p:cNvSpPr/>
            <p:nvPr/>
          </p:nvSpPr>
          <p:spPr>
            <a:xfrm>
              <a:off x="10277473" y="6144787"/>
              <a:ext cx="20895" cy="25456"/>
            </a:xfrm>
            <a:custGeom>
              <a:avLst/>
              <a:gdLst>
                <a:gd name="connsiteX0" fmla="*/ 1621 w 20895"/>
                <a:gd name="connsiteY0" fmla="*/ 497 h 25456"/>
                <a:gd name="connsiteX1" fmla="*/ 19433 w 20895"/>
                <a:gd name="connsiteY1" fmla="*/ 24876 h 25456"/>
                <a:gd name="connsiteX2" fmla="*/ 1621 w 20895"/>
                <a:gd name="connsiteY2" fmla="*/ 497 h 25456"/>
              </a:gdLst>
              <a:ahLst/>
              <a:cxnLst>
                <a:cxn ang="0">
                  <a:pos x="connsiteX0" y="connsiteY0"/>
                </a:cxn>
                <a:cxn ang="0">
                  <a:pos x="connsiteX1" y="connsiteY1"/>
                </a:cxn>
                <a:cxn ang="0">
                  <a:pos x="connsiteX2" y="connsiteY2"/>
                </a:cxn>
              </a:cxnLst>
              <a:rect l="l" t="t" r="r" b="b"/>
              <a:pathLst>
                <a:path w="20895" h="25456">
                  <a:moveTo>
                    <a:pt x="1621" y="497"/>
                  </a:moveTo>
                  <a:cubicBezTo>
                    <a:pt x="13051" y="-3217"/>
                    <a:pt x="25148" y="14781"/>
                    <a:pt x="19433" y="24876"/>
                  </a:cubicBezTo>
                  <a:cubicBezTo>
                    <a:pt x="7336" y="28971"/>
                    <a:pt x="-4380" y="10401"/>
                    <a:pt x="1621" y="49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3" name="任意多边形: 形状 32"/>
            <p:cNvSpPr/>
            <p:nvPr/>
          </p:nvSpPr>
          <p:spPr>
            <a:xfrm>
              <a:off x="10337510" y="6221501"/>
              <a:ext cx="17926" cy="18682"/>
            </a:xfrm>
            <a:custGeom>
              <a:avLst/>
              <a:gdLst>
                <a:gd name="connsiteX0" fmla="*/ 353 w 17926"/>
                <a:gd name="connsiteY0" fmla="*/ 63 h 18682"/>
                <a:gd name="connsiteX1" fmla="*/ 17689 w 17926"/>
                <a:gd name="connsiteY1" fmla="*/ 18634 h 18682"/>
                <a:gd name="connsiteX2" fmla="*/ 353 w 17926"/>
                <a:gd name="connsiteY2" fmla="*/ 63 h 18682"/>
              </a:gdLst>
              <a:ahLst/>
              <a:cxnLst>
                <a:cxn ang="0">
                  <a:pos x="connsiteX0" y="connsiteY0"/>
                </a:cxn>
                <a:cxn ang="0">
                  <a:pos x="connsiteX1" y="connsiteY1"/>
                </a:cxn>
                <a:cxn ang="0">
                  <a:pos x="connsiteX2" y="connsiteY2"/>
                </a:cxn>
              </a:cxnLst>
              <a:rect l="l" t="t" r="r" b="b"/>
              <a:pathLst>
                <a:path w="17926" h="18682">
                  <a:moveTo>
                    <a:pt x="353" y="63"/>
                  </a:moveTo>
                  <a:cubicBezTo>
                    <a:pt x="13402" y="-699"/>
                    <a:pt x="19212" y="5396"/>
                    <a:pt x="17689" y="18634"/>
                  </a:cubicBezTo>
                  <a:cubicBezTo>
                    <a:pt x="4258" y="19300"/>
                    <a:pt x="-1552" y="13110"/>
                    <a:pt x="353" y="63"/>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2" name="任意多边形: 形状 61"/>
            <p:cNvSpPr/>
            <p:nvPr/>
          </p:nvSpPr>
          <p:spPr>
            <a:xfrm>
              <a:off x="10341387" y="6301178"/>
              <a:ext cx="105537" cy="104659"/>
            </a:xfrm>
            <a:custGeom>
              <a:avLst/>
              <a:gdLst>
                <a:gd name="connsiteX0" fmla="*/ 0 w 105537"/>
                <a:gd name="connsiteY0" fmla="*/ 0 h 104659"/>
                <a:gd name="connsiteX1" fmla="*/ 20574 w 105537"/>
                <a:gd name="connsiteY1" fmla="*/ 2762 h 104659"/>
                <a:gd name="connsiteX2" fmla="*/ 105538 w 105537"/>
                <a:gd name="connsiteY2" fmla="*/ 88851 h 104659"/>
                <a:gd name="connsiteX3" fmla="*/ 99728 w 105537"/>
                <a:gd name="connsiteY3" fmla="*/ 104660 h 104659"/>
                <a:gd name="connsiteX4" fmla="*/ 0 w 105537"/>
                <a:gd name="connsiteY4" fmla="*/ 0 h 104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37" h="104659">
                  <a:moveTo>
                    <a:pt x="0" y="0"/>
                  </a:moveTo>
                  <a:lnTo>
                    <a:pt x="20574" y="2762"/>
                  </a:lnTo>
                  <a:cubicBezTo>
                    <a:pt x="49435" y="30855"/>
                    <a:pt x="78867" y="58472"/>
                    <a:pt x="105538" y="88851"/>
                  </a:cubicBezTo>
                  <a:cubicBezTo>
                    <a:pt x="104109" y="92756"/>
                    <a:pt x="101155" y="100660"/>
                    <a:pt x="99728" y="104660"/>
                  </a:cubicBezTo>
                  <a:cubicBezTo>
                    <a:pt x="63914" y="72186"/>
                    <a:pt x="28861" y="38855"/>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5" name="任意多边形: 形状 74"/>
            <p:cNvSpPr/>
            <p:nvPr/>
          </p:nvSpPr>
          <p:spPr>
            <a:xfrm>
              <a:off x="10251650" y="6168331"/>
              <a:ext cx="53161" cy="104468"/>
            </a:xfrm>
            <a:custGeom>
              <a:avLst/>
              <a:gdLst>
                <a:gd name="connsiteX0" fmla="*/ 23920 w 53161"/>
                <a:gd name="connsiteY0" fmla="*/ 90755 h 104468"/>
                <a:gd name="connsiteX1" fmla="*/ 3537 w 53161"/>
                <a:gd name="connsiteY1" fmla="*/ 0 h 104468"/>
                <a:gd name="connsiteX2" fmla="*/ 39826 w 53161"/>
                <a:gd name="connsiteY2" fmla="*/ 53901 h 104468"/>
                <a:gd name="connsiteX3" fmla="*/ 20301 w 53161"/>
                <a:gd name="connsiteY3" fmla="*/ 69233 h 104468"/>
                <a:gd name="connsiteX4" fmla="*/ 53161 w 53161"/>
                <a:gd name="connsiteY4" fmla="*/ 104469 h 104468"/>
                <a:gd name="connsiteX5" fmla="*/ 23920 w 53161"/>
                <a:gd name="connsiteY5" fmla="*/ 90755 h 104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61" h="104468">
                  <a:moveTo>
                    <a:pt x="23920" y="90755"/>
                  </a:moveTo>
                  <a:cubicBezTo>
                    <a:pt x="7347" y="63710"/>
                    <a:pt x="-6847" y="31998"/>
                    <a:pt x="3537" y="0"/>
                  </a:cubicBezTo>
                  <a:cubicBezTo>
                    <a:pt x="14680" y="18475"/>
                    <a:pt x="26586" y="36569"/>
                    <a:pt x="39826" y="53901"/>
                  </a:cubicBezTo>
                  <a:cubicBezTo>
                    <a:pt x="34968" y="57710"/>
                    <a:pt x="25159" y="65329"/>
                    <a:pt x="20301" y="69233"/>
                  </a:cubicBezTo>
                  <a:cubicBezTo>
                    <a:pt x="31159" y="80947"/>
                    <a:pt x="41921" y="92755"/>
                    <a:pt x="53161" y="104469"/>
                  </a:cubicBezTo>
                  <a:cubicBezTo>
                    <a:pt x="42780" y="101326"/>
                    <a:pt x="28778" y="102659"/>
                    <a:pt x="23920" y="9075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6" name="任意多边形: 形状 75"/>
            <p:cNvSpPr/>
            <p:nvPr/>
          </p:nvSpPr>
          <p:spPr>
            <a:xfrm>
              <a:off x="10304540" y="6183372"/>
              <a:ext cx="21823" cy="24576"/>
            </a:xfrm>
            <a:custGeom>
              <a:avLst/>
              <a:gdLst>
                <a:gd name="connsiteX0" fmla="*/ 1605 w 21823"/>
                <a:gd name="connsiteY0" fmla="*/ 671 h 24576"/>
                <a:gd name="connsiteX1" fmla="*/ 20274 w 21823"/>
                <a:gd name="connsiteY1" fmla="*/ 24003 h 24576"/>
                <a:gd name="connsiteX2" fmla="*/ 1605 w 21823"/>
                <a:gd name="connsiteY2" fmla="*/ 671 h 24576"/>
              </a:gdLst>
              <a:ahLst/>
              <a:cxnLst>
                <a:cxn ang="0">
                  <a:pos x="connsiteX0" y="connsiteY0"/>
                </a:cxn>
                <a:cxn ang="0">
                  <a:pos x="connsiteX1" y="connsiteY1"/>
                </a:cxn>
                <a:cxn ang="0">
                  <a:pos x="connsiteX2" y="connsiteY2"/>
                </a:cxn>
              </a:cxnLst>
              <a:rect l="l" t="t" r="r" b="b"/>
              <a:pathLst>
                <a:path w="21823" h="24576">
                  <a:moveTo>
                    <a:pt x="1605" y="671"/>
                  </a:moveTo>
                  <a:cubicBezTo>
                    <a:pt x="12844" y="-3614"/>
                    <a:pt x="26465" y="13623"/>
                    <a:pt x="20274" y="24003"/>
                  </a:cubicBezTo>
                  <a:cubicBezTo>
                    <a:pt x="8749" y="27907"/>
                    <a:pt x="-4682" y="10956"/>
                    <a:pt x="1605" y="67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7" name="任意多边形: 形状 76"/>
            <p:cNvSpPr/>
            <p:nvPr/>
          </p:nvSpPr>
          <p:spPr>
            <a:xfrm>
              <a:off x="10271950" y="6222231"/>
              <a:ext cx="35242" cy="51234"/>
            </a:xfrm>
            <a:custGeom>
              <a:avLst/>
              <a:gdLst>
                <a:gd name="connsiteX0" fmla="*/ 0 w 35242"/>
                <a:gd name="connsiteY0" fmla="*/ 15332 h 51234"/>
                <a:gd name="connsiteX1" fmla="*/ 19526 w 35242"/>
                <a:gd name="connsiteY1" fmla="*/ 0 h 51234"/>
                <a:gd name="connsiteX2" fmla="*/ 35242 w 35242"/>
                <a:gd name="connsiteY2" fmla="*/ 20189 h 51234"/>
                <a:gd name="connsiteX3" fmla="*/ 33622 w 35242"/>
                <a:gd name="connsiteY3" fmla="*/ 51235 h 51234"/>
                <a:gd name="connsiteX4" fmla="*/ 32861 w 35242"/>
                <a:gd name="connsiteY4" fmla="*/ 50568 h 51234"/>
                <a:gd name="connsiteX5" fmla="*/ 0 w 35242"/>
                <a:gd name="connsiteY5" fmla="*/ 15332 h 51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42" h="51234">
                  <a:moveTo>
                    <a:pt x="0" y="15332"/>
                  </a:moveTo>
                  <a:cubicBezTo>
                    <a:pt x="4858" y="11428"/>
                    <a:pt x="14668" y="3809"/>
                    <a:pt x="19526" y="0"/>
                  </a:cubicBezTo>
                  <a:cubicBezTo>
                    <a:pt x="24574" y="6666"/>
                    <a:pt x="29813" y="13427"/>
                    <a:pt x="35242" y="20189"/>
                  </a:cubicBezTo>
                  <a:cubicBezTo>
                    <a:pt x="34861" y="27903"/>
                    <a:pt x="34004" y="43425"/>
                    <a:pt x="33622" y="51235"/>
                  </a:cubicBezTo>
                  <a:lnTo>
                    <a:pt x="32861" y="50568"/>
                  </a:lnTo>
                  <a:cubicBezTo>
                    <a:pt x="21621" y="38855"/>
                    <a:pt x="10859" y="27046"/>
                    <a:pt x="0" y="1533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8" name="任意多边形: 形状 77"/>
            <p:cNvSpPr/>
            <p:nvPr/>
          </p:nvSpPr>
          <p:spPr>
            <a:xfrm>
              <a:off x="10305573" y="6242420"/>
              <a:ext cx="56388" cy="61519"/>
            </a:xfrm>
            <a:custGeom>
              <a:avLst/>
              <a:gdLst>
                <a:gd name="connsiteX0" fmla="*/ 1620 w 56388"/>
                <a:gd name="connsiteY0" fmla="*/ 0 h 61519"/>
                <a:gd name="connsiteX1" fmla="*/ 56388 w 56388"/>
                <a:gd name="connsiteY1" fmla="*/ 61520 h 61519"/>
                <a:gd name="connsiteX2" fmla="*/ 35814 w 56388"/>
                <a:gd name="connsiteY2" fmla="*/ 58758 h 61519"/>
                <a:gd name="connsiteX3" fmla="*/ 17907 w 56388"/>
                <a:gd name="connsiteY3" fmla="*/ 45235 h 61519"/>
                <a:gd name="connsiteX4" fmla="*/ 0 w 56388"/>
                <a:gd name="connsiteY4" fmla="*/ 31046 h 61519"/>
                <a:gd name="connsiteX5" fmla="*/ 1620 w 56388"/>
                <a:gd name="connsiteY5" fmla="*/ 0 h 6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88" h="61519">
                  <a:moveTo>
                    <a:pt x="1620" y="0"/>
                  </a:moveTo>
                  <a:cubicBezTo>
                    <a:pt x="20384" y="19999"/>
                    <a:pt x="38863" y="40283"/>
                    <a:pt x="56388" y="61520"/>
                  </a:cubicBezTo>
                  <a:lnTo>
                    <a:pt x="35814" y="58758"/>
                  </a:lnTo>
                  <a:cubicBezTo>
                    <a:pt x="29718" y="54187"/>
                    <a:pt x="23717" y="49616"/>
                    <a:pt x="17907" y="45235"/>
                  </a:cubicBezTo>
                  <a:cubicBezTo>
                    <a:pt x="11717" y="40473"/>
                    <a:pt x="5716" y="35712"/>
                    <a:pt x="0" y="31046"/>
                  </a:cubicBezTo>
                  <a:cubicBezTo>
                    <a:pt x="381" y="23236"/>
                    <a:pt x="1238" y="7714"/>
                    <a:pt x="162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83" name="任意多边形: 形状 82"/>
            <p:cNvSpPr/>
            <p:nvPr/>
          </p:nvSpPr>
          <p:spPr>
            <a:xfrm>
              <a:off x="10319671" y="6287655"/>
              <a:ext cx="207168" cy="210271"/>
            </a:xfrm>
            <a:custGeom>
              <a:avLst/>
              <a:gdLst>
                <a:gd name="connsiteX0" fmla="*/ 3809 w 207168"/>
                <a:gd name="connsiteY0" fmla="*/ 0 h 210271"/>
                <a:gd name="connsiteX1" fmla="*/ 21716 w 207168"/>
                <a:gd name="connsiteY1" fmla="*/ 13523 h 210271"/>
                <a:gd name="connsiteX2" fmla="*/ 121444 w 207168"/>
                <a:gd name="connsiteY2" fmla="*/ 118183 h 210271"/>
                <a:gd name="connsiteX3" fmla="*/ 127254 w 207168"/>
                <a:gd name="connsiteY3" fmla="*/ 102374 h 210271"/>
                <a:gd name="connsiteX4" fmla="*/ 207169 w 207168"/>
                <a:gd name="connsiteY4" fmla="*/ 210271 h 210271"/>
                <a:gd name="connsiteX5" fmla="*/ 155543 w 207168"/>
                <a:gd name="connsiteY5" fmla="*/ 146085 h 210271"/>
                <a:gd name="connsiteX6" fmla="*/ 131730 w 207168"/>
                <a:gd name="connsiteY6" fmla="*/ 150275 h 210271"/>
                <a:gd name="connsiteX7" fmla="*/ 29051 w 207168"/>
                <a:gd name="connsiteY7" fmla="*/ 55329 h 210271"/>
                <a:gd name="connsiteX8" fmla="*/ 0 w 207168"/>
                <a:gd name="connsiteY8" fmla="*/ 22094 h 210271"/>
                <a:gd name="connsiteX9" fmla="*/ 3809 w 207168"/>
                <a:gd name="connsiteY9" fmla="*/ 0 h 21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168" h="210271">
                  <a:moveTo>
                    <a:pt x="3809" y="0"/>
                  </a:moveTo>
                  <a:cubicBezTo>
                    <a:pt x="9619" y="4381"/>
                    <a:pt x="15620" y="8952"/>
                    <a:pt x="21716" y="13523"/>
                  </a:cubicBezTo>
                  <a:cubicBezTo>
                    <a:pt x="50577" y="52377"/>
                    <a:pt x="85630" y="85708"/>
                    <a:pt x="121444" y="118183"/>
                  </a:cubicBezTo>
                  <a:cubicBezTo>
                    <a:pt x="122872" y="114182"/>
                    <a:pt x="125825" y="106279"/>
                    <a:pt x="127254" y="102374"/>
                  </a:cubicBezTo>
                  <a:cubicBezTo>
                    <a:pt x="157638" y="135229"/>
                    <a:pt x="190976" y="167417"/>
                    <a:pt x="207169" y="210271"/>
                  </a:cubicBezTo>
                  <a:cubicBezTo>
                    <a:pt x="186499" y="191892"/>
                    <a:pt x="170116" y="169416"/>
                    <a:pt x="155543" y="146085"/>
                  </a:cubicBezTo>
                  <a:cubicBezTo>
                    <a:pt x="149637" y="147133"/>
                    <a:pt x="137636" y="149227"/>
                    <a:pt x="131730" y="150275"/>
                  </a:cubicBezTo>
                  <a:cubicBezTo>
                    <a:pt x="99154" y="116849"/>
                    <a:pt x="67627" y="81994"/>
                    <a:pt x="29051" y="55329"/>
                  </a:cubicBezTo>
                  <a:cubicBezTo>
                    <a:pt x="19240" y="44188"/>
                    <a:pt x="9525" y="33140"/>
                    <a:pt x="0" y="22094"/>
                  </a:cubicBezTo>
                  <a:cubicBezTo>
                    <a:pt x="1143" y="14665"/>
                    <a:pt x="2381" y="7238"/>
                    <a:pt x="3809"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08" name="组合 107"/>
          <p:cNvGrpSpPr/>
          <p:nvPr/>
        </p:nvGrpSpPr>
        <p:grpSpPr>
          <a:xfrm>
            <a:off x="915543" y="5874351"/>
            <a:ext cx="3669696" cy="982978"/>
            <a:chOff x="915543" y="5874351"/>
            <a:chExt cx="3669696" cy="982978"/>
          </a:xfrm>
          <a:solidFill>
            <a:srgbClr val="FAFAFA"/>
          </a:solidFill>
        </p:grpSpPr>
        <p:sp>
          <p:nvSpPr>
            <p:cNvPr id="46" name="任意多边形: 形状 45"/>
            <p:cNvSpPr/>
            <p:nvPr/>
          </p:nvSpPr>
          <p:spPr>
            <a:xfrm>
              <a:off x="915543" y="5874351"/>
              <a:ext cx="3633692" cy="982978"/>
            </a:xfrm>
            <a:custGeom>
              <a:avLst/>
              <a:gdLst>
                <a:gd name="connsiteX0" fmla="*/ 2016347 w 3633692"/>
                <a:gd name="connsiteY0" fmla="*/ 7332 h 982978"/>
                <a:gd name="connsiteX1" fmla="*/ 2100072 w 3633692"/>
                <a:gd name="connsiteY1" fmla="*/ 0 h 982978"/>
                <a:gd name="connsiteX2" fmla="*/ 2415731 w 3633692"/>
                <a:gd name="connsiteY2" fmla="*/ 51520 h 982978"/>
                <a:gd name="connsiteX3" fmla="*/ 3090386 w 3633692"/>
                <a:gd name="connsiteY3" fmla="*/ 423970 h 982978"/>
                <a:gd name="connsiteX4" fmla="*/ 3116009 w 3633692"/>
                <a:gd name="connsiteY4" fmla="*/ 472728 h 982978"/>
                <a:gd name="connsiteX5" fmla="*/ 3117437 w 3633692"/>
                <a:gd name="connsiteY5" fmla="*/ 474252 h 982978"/>
                <a:gd name="connsiteX6" fmla="*/ 3118961 w 3633692"/>
                <a:gd name="connsiteY6" fmla="*/ 475680 h 982978"/>
                <a:gd name="connsiteX7" fmla="*/ 3138011 w 3633692"/>
                <a:gd name="connsiteY7" fmla="*/ 495584 h 982978"/>
                <a:gd name="connsiteX8" fmla="*/ 3160586 w 3633692"/>
                <a:gd name="connsiteY8" fmla="*/ 509297 h 982978"/>
                <a:gd name="connsiteX9" fmla="*/ 3166681 w 3633692"/>
                <a:gd name="connsiteY9" fmla="*/ 517773 h 982978"/>
                <a:gd name="connsiteX10" fmla="*/ 3201734 w 3633692"/>
                <a:gd name="connsiteY10" fmla="*/ 544438 h 982978"/>
                <a:gd name="connsiteX11" fmla="*/ 3214688 w 3633692"/>
                <a:gd name="connsiteY11" fmla="*/ 563674 h 982978"/>
                <a:gd name="connsiteX12" fmla="*/ 3238786 w 3633692"/>
                <a:gd name="connsiteY12" fmla="*/ 585292 h 982978"/>
                <a:gd name="connsiteX13" fmla="*/ 3258693 w 3633692"/>
                <a:gd name="connsiteY13" fmla="*/ 605672 h 982978"/>
                <a:gd name="connsiteX14" fmla="*/ 3260217 w 3633692"/>
                <a:gd name="connsiteY14" fmla="*/ 607195 h 982978"/>
                <a:gd name="connsiteX15" fmla="*/ 3262122 w 3633692"/>
                <a:gd name="connsiteY15" fmla="*/ 608338 h 982978"/>
                <a:gd name="connsiteX16" fmla="*/ 3283934 w 3633692"/>
                <a:gd name="connsiteY16" fmla="*/ 620052 h 982978"/>
                <a:gd name="connsiteX17" fmla="*/ 3303746 w 3633692"/>
                <a:gd name="connsiteY17" fmla="*/ 643669 h 982978"/>
                <a:gd name="connsiteX18" fmla="*/ 3309176 w 3633692"/>
                <a:gd name="connsiteY18" fmla="*/ 649764 h 982978"/>
                <a:gd name="connsiteX19" fmla="*/ 3333655 w 3633692"/>
                <a:gd name="connsiteY19" fmla="*/ 670715 h 982978"/>
                <a:gd name="connsiteX20" fmla="*/ 3349181 w 3633692"/>
                <a:gd name="connsiteY20" fmla="*/ 686523 h 982978"/>
                <a:gd name="connsiteX21" fmla="*/ 3371469 w 3633692"/>
                <a:gd name="connsiteY21" fmla="*/ 709474 h 982978"/>
                <a:gd name="connsiteX22" fmla="*/ 3387281 w 3633692"/>
                <a:gd name="connsiteY22" fmla="*/ 724615 h 982978"/>
                <a:gd name="connsiteX23" fmla="*/ 3449098 w 3633692"/>
                <a:gd name="connsiteY23" fmla="*/ 785944 h 982978"/>
                <a:gd name="connsiteX24" fmla="*/ 3463290 w 3633692"/>
                <a:gd name="connsiteY24" fmla="*/ 801372 h 982978"/>
                <a:gd name="connsiteX25" fmla="*/ 3486626 w 3633692"/>
                <a:gd name="connsiteY25" fmla="*/ 823846 h 982978"/>
                <a:gd name="connsiteX26" fmla="*/ 3501390 w 3633692"/>
                <a:gd name="connsiteY26" fmla="*/ 838512 h 982978"/>
                <a:gd name="connsiteX27" fmla="*/ 3524250 w 3633692"/>
                <a:gd name="connsiteY27" fmla="*/ 861272 h 982978"/>
                <a:gd name="connsiteX28" fmla="*/ 3539490 w 3633692"/>
                <a:gd name="connsiteY28" fmla="*/ 876986 h 982978"/>
                <a:gd name="connsiteX29" fmla="*/ 3562731 w 3633692"/>
                <a:gd name="connsiteY29" fmla="*/ 899270 h 982978"/>
                <a:gd name="connsiteX30" fmla="*/ 3577971 w 3633692"/>
                <a:gd name="connsiteY30" fmla="*/ 916126 h 982978"/>
                <a:gd name="connsiteX31" fmla="*/ 3601403 w 3633692"/>
                <a:gd name="connsiteY31" fmla="*/ 938601 h 982978"/>
                <a:gd name="connsiteX32" fmla="*/ 3607022 w 3633692"/>
                <a:gd name="connsiteY32" fmla="*/ 944981 h 982978"/>
                <a:gd name="connsiteX33" fmla="*/ 3633692 w 3633692"/>
                <a:gd name="connsiteY33" fmla="*/ 982978 h 982978"/>
                <a:gd name="connsiteX34" fmla="*/ 3549587 w 3633692"/>
                <a:gd name="connsiteY34" fmla="*/ 982978 h 982978"/>
                <a:gd name="connsiteX35" fmla="*/ 3236786 w 3633692"/>
                <a:gd name="connsiteY35" fmla="*/ 677095 h 982978"/>
                <a:gd name="connsiteX36" fmla="*/ 3245072 w 3633692"/>
                <a:gd name="connsiteY36" fmla="*/ 661096 h 982978"/>
                <a:gd name="connsiteX37" fmla="*/ 3248501 w 3633692"/>
                <a:gd name="connsiteY37" fmla="*/ 654430 h 982978"/>
                <a:gd name="connsiteX38" fmla="*/ 3227927 w 3633692"/>
                <a:gd name="connsiteY38" fmla="*/ 638145 h 982978"/>
                <a:gd name="connsiteX39" fmla="*/ 3211259 w 3633692"/>
                <a:gd name="connsiteY39" fmla="*/ 622337 h 982978"/>
                <a:gd name="connsiteX40" fmla="*/ 3188875 w 3633692"/>
                <a:gd name="connsiteY40" fmla="*/ 599481 h 982978"/>
                <a:gd name="connsiteX41" fmla="*/ 3172778 w 3633692"/>
                <a:gd name="connsiteY41" fmla="*/ 579102 h 982978"/>
                <a:gd name="connsiteX42" fmla="*/ 3154204 w 3633692"/>
                <a:gd name="connsiteY42" fmla="*/ 572817 h 982978"/>
                <a:gd name="connsiteX43" fmla="*/ 3122676 w 3633692"/>
                <a:gd name="connsiteY43" fmla="*/ 542057 h 982978"/>
                <a:gd name="connsiteX44" fmla="*/ 3116580 w 3633692"/>
                <a:gd name="connsiteY44" fmla="*/ 537486 h 982978"/>
                <a:gd name="connsiteX45" fmla="*/ 3092291 w 3633692"/>
                <a:gd name="connsiteY45" fmla="*/ 514821 h 982978"/>
                <a:gd name="connsiteX46" fmla="*/ 3086672 w 3633692"/>
                <a:gd name="connsiteY46" fmla="*/ 507964 h 982978"/>
                <a:gd name="connsiteX47" fmla="*/ 3047238 w 3633692"/>
                <a:gd name="connsiteY47" fmla="*/ 476347 h 982978"/>
                <a:gd name="connsiteX48" fmla="*/ 3039332 w 3633692"/>
                <a:gd name="connsiteY48" fmla="*/ 468538 h 982978"/>
                <a:gd name="connsiteX49" fmla="*/ 2998089 w 3633692"/>
                <a:gd name="connsiteY49" fmla="*/ 439112 h 982978"/>
                <a:gd name="connsiteX50" fmla="*/ 2994374 w 3633692"/>
                <a:gd name="connsiteY50" fmla="*/ 437398 h 982978"/>
                <a:gd name="connsiteX51" fmla="*/ 2932176 w 3633692"/>
                <a:gd name="connsiteY51" fmla="*/ 390639 h 982978"/>
                <a:gd name="connsiteX52" fmla="*/ 2924937 w 3633692"/>
                <a:gd name="connsiteY52" fmla="*/ 386735 h 982978"/>
                <a:gd name="connsiteX53" fmla="*/ 2835593 w 3633692"/>
                <a:gd name="connsiteY53" fmla="*/ 318263 h 982978"/>
                <a:gd name="connsiteX54" fmla="*/ 2570702 w 3633692"/>
                <a:gd name="connsiteY54" fmla="*/ 180273 h 982978"/>
                <a:gd name="connsiteX55" fmla="*/ 2357628 w 3633692"/>
                <a:gd name="connsiteY55" fmla="*/ 107992 h 982978"/>
                <a:gd name="connsiteX56" fmla="*/ 2519744 w 3633692"/>
                <a:gd name="connsiteY56" fmla="*/ 164560 h 982978"/>
                <a:gd name="connsiteX57" fmla="*/ 2501837 w 3633692"/>
                <a:gd name="connsiteY57" fmla="*/ 176368 h 982978"/>
                <a:gd name="connsiteX58" fmla="*/ 2037112 w 3633692"/>
                <a:gd name="connsiteY58" fmla="*/ 78089 h 982978"/>
                <a:gd name="connsiteX59" fmla="*/ 1674304 w 3633692"/>
                <a:gd name="connsiteY59" fmla="*/ 117706 h 982978"/>
                <a:gd name="connsiteX60" fmla="*/ 1023652 w 3633692"/>
                <a:gd name="connsiteY60" fmla="*/ 330548 h 982978"/>
                <a:gd name="connsiteX61" fmla="*/ 533400 w 3633692"/>
                <a:gd name="connsiteY61" fmla="*/ 594148 h 982978"/>
                <a:gd name="connsiteX62" fmla="*/ 80391 w 3633692"/>
                <a:gd name="connsiteY62" fmla="*/ 982978 h 982978"/>
                <a:gd name="connsiteX63" fmla="*/ 0 w 3633692"/>
                <a:gd name="connsiteY63" fmla="*/ 982978 h 982978"/>
                <a:gd name="connsiteX64" fmla="*/ 398336 w 3633692"/>
                <a:gd name="connsiteY64" fmla="*/ 629575 h 982978"/>
                <a:gd name="connsiteX65" fmla="*/ 585407 w 3633692"/>
                <a:gd name="connsiteY65" fmla="*/ 513202 h 982978"/>
                <a:gd name="connsiteX66" fmla="*/ 929069 w 3633692"/>
                <a:gd name="connsiteY66" fmla="*/ 343118 h 982978"/>
                <a:gd name="connsiteX67" fmla="*/ 1001649 w 3633692"/>
                <a:gd name="connsiteY67" fmla="*/ 308740 h 982978"/>
                <a:gd name="connsiteX68" fmla="*/ 1305020 w 3633692"/>
                <a:gd name="connsiteY68" fmla="*/ 175035 h 982978"/>
                <a:gd name="connsiteX69" fmla="*/ 1566196 w 3633692"/>
                <a:gd name="connsiteY69" fmla="*/ 82946 h 982978"/>
                <a:gd name="connsiteX70" fmla="*/ 1749647 w 3633692"/>
                <a:gd name="connsiteY70" fmla="*/ 39045 h 982978"/>
                <a:gd name="connsiteX71" fmla="*/ 1838230 w 3633692"/>
                <a:gd name="connsiteY71" fmla="*/ 12189 h 982978"/>
                <a:gd name="connsiteX72" fmla="*/ 1855565 w 3633692"/>
                <a:gd name="connsiteY72" fmla="*/ 17427 h 982978"/>
                <a:gd name="connsiteX73" fmla="*/ 1992916 w 3633692"/>
                <a:gd name="connsiteY73" fmla="*/ 20950 h 982978"/>
                <a:gd name="connsiteX74" fmla="*/ 2156174 w 3633692"/>
                <a:gd name="connsiteY74" fmla="*/ 17427 h 982978"/>
                <a:gd name="connsiteX75" fmla="*/ 2016347 w 3633692"/>
                <a:gd name="connsiteY75" fmla="*/ 7332 h 982978"/>
                <a:gd name="connsiteX76" fmla="*/ 2322671 w 3633692"/>
                <a:gd name="connsiteY76" fmla="*/ 62472 h 982978"/>
                <a:gd name="connsiteX77" fmla="*/ 2738533 w 3633692"/>
                <a:gd name="connsiteY77" fmla="*/ 234174 h 982978"/>
                <a:gd name="connsiteX78" fmla="*/ 2838926 w 3633692"/>
                <a:gd name="connsiteY78" fmla="*/ 287884 h 982978"/>
                <a:gd name="connsiteX79" fmla="*/ 2322671 w 3633692"/>
                <a:gd name="connsiteY79" fmla="*/ 62472 h 982978"/>
                <a:gd name="connsiteX80" fmla="*/ 2850737 w 3633692"/>
                <a:gd name="connsiteY80" fmla="*/ 298550 h 982978"/>
                <a:gd name="connsiteX81" fmla="*/ 2850737 w 3633692"/>
                <a:gd name="connsiteY81" fmla="*/ 298550 h 982978"/>
                <a:gd name="connsiteX82" fmla="*/ 2878836 w 3633692"/>
                <a:gd name="connsiteY82" fmla="*/ 317120 h 982978"/>
                <a:gd name="connsiteX83" fmla="*/ 2878836 w 3633692"/>
                <a:gd name="connsiteY83" fmla="*/ 317120 h 982978"/>
                <a:gd name="connsiteX84" fmla="*/ 2902744 w 3633692"/>
                <a:gd name="connsiteY84" fmla="*/ 335119 h 982978"/>
                <a:gd name="connsiteX85" fmla="*/ 3032189 w 3633692"/>
                <a:gd name="connsiteY85" fmla="*/ 424541 h 982978"/>
                <a:gd name="connsiteX86" fmla="*/ 2902744 w 3633692"/>
                <a:gd name="connsiteY86" fmla="*/ 335119 h 982978"/>
                <a:gd name="connsiteX87" fmla="*/ 3258407 w 3633692"/>
                <a:gd name="connsiteY87" fmla="*/ 669477 h 982978"/>
                <a:gd name="connsiteX88" fmla="*/ 3274886 w 3633692"/>
                <a:gd name="connsiteY88" fmla="*/ 685666 h 982978"/>
                <a:gd name="connsiteX89" fmla="*/ 3258407 w 3633692"/>
                <a:gd name="connsiteY89" fmla="*/ 669477 h 982978"/>
                <a:gd name="connsiteX90" fmla="*/ 3286411 w 3633692"/>
                <a:gd name="connsiteY90" fmla="*/ 698331 h 982978"/>
                <a:gd name="connsiteX91" fmla="*/ 3311747 w 3633692"/>
                <a:gd name="connsiteY91" fmla="*/ 715950 h 982978"/>
                <a:gd name="connsiteX92" fmla="*/ 3286411 w 3633692"/>
                <a:gd name="connsiteY92" fmla="*/ 698331 h 982978"/>
                <a:gd name="connsiteX93" fmla="*/ 3323558 w 3633692"/>
                <a:gd name="connsiteY93" fmla="*/ 728139 h 982978"/>
                <a:gd name="connsiteX94" fmla="*/ 3339941 w 3633692"/>
                <a:gd name="connsiteY94" fmla="*/ 744614 h 982978"/>
                <a:gd name="connsiteX95" fmla="*/ 3323558 w 3633692"/>
                <a:gd name="connsiteY95" fmla="*/ 728139 h 982978"/>
                <a:gd name="connsiteX96" fmla="*/ 3350419 w 3633692"/>
                <a:gd name="connsiteY96" fmla="*/ 756137 h 982978"/>
                <a:gd name="connsiteX97" fmla="*/ 3367469 w 3633692"/>
                <a:gd name="connsiteY97" fmla="*/ 770993 h 982978"/>
                <a:gd name="connsiteX98" fmla="*/ 3350419 w 3633692"/>
                <a:gd name="connsiteY98" fmla="*/ 756137 h 982978"/>
                <a:gd name="connsiteX99" fmla="*/ 3392138 w 3633692"/>
                <a:gd name="connsiteY99" fmla="*/ 794801 h 982978"/>
                <a:gd name="connsiteX100" fmla="*/ 3408997 w 3633692"/>
                <a:gd name="connsiteY100" fmla="*/ 808705 h 982978"/>
                <a:gd name="connsiteX101" fmla="*/ 3392138 w 3633692"/>
                <a:gd name="connsiteY101" fmla="*/ 794801 h 982978"/>
                <a:gd name="connsiteX102" fmla="*/ 3430810 w 3633692"/>
                <a:gd name="connsiteY102" fmla="*/ 831941 h 982978"/>
                <a:gd name="connsiteX103" fmla="*/ 3445955 w 3633692"/>
                <a:gd name="connsiteY103" fmla="*/ 847369 h 982978"/>
                <a:gd name="connsiteX104" fmla="*/ 3430810 w 3633692"/>
                <a:gd name="connsiteY104" fmla="*/ 831941 h 982978"/>
                <a:gd name="connsiteX105" fmla="*/ 3468814 w 3633692"/>
                <a:gd name="connsiteY105" fmla="*/ 869272 h 982978"/>
                <a:gd name="connsiteX106" fmla="*/ 3484245 w 3633692"/>
                <a:gd name="connsiteY106" fmla="*/ 884985 h 982978"/>
                <a:gd name="connsiteX107" fmla="*/ 3468814 w 3633692"/>
                <a:gd name="connsiteY107" fmla="*/ 869272 h 982978"/>
                <a:gd name="connsiteX108" fmla="*/ 3494818 w 3633692"/>
                <a:gd name="connsiteY108" fmla="*/ 899460 h 982978"/>
                <a:gd name="connsiteX109" fmla="*/ 3511296 w 3633692"/>
                <a:gd name="connsiteY109" fmla="*/ 915745 h 982978"/>
                <a:gd name="connsiteX110" fmla="*/ 3494818 w 3633692"/>
                <a:gd name="connsiteY110" fmla="*/ 899460 h 982978"/>
                <a:gd name="connsiteX111" fmla="*/ 3525393 w 3633692"/>
                <a:gd name="connsiteY111" fmla="*/ 928220 h 982978"/>
                <a:gd name="connsiteX112" fmla="*/ 3525393 w 3633692"/>
                <a:gd name="connsiteY112" fmla="*/ 928220 h 982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3633692" h="982978">
                  <a:moveTo>
                    <a:pt x="2016347" y="7332"/>
                  </a:moveTo>
                  <a:cubicBezTo>
                    <a:pt x="2044160" y="4762"/>
                    <a:pt x="2072069" y="2381"/>
                    <a:pt x="2100072" y="0"/>
                  </a:cubicBezTo>
                  <a:cubicBezTo>
                    <a:pt x="2207133" y="2666"/>
                    <a:pt x="2312003" y="26950"/>
                    <a:pt x="2415731" y="51520"/>
                  </a:cubicBezTo>
                  <a:cubicBezTo>
                    <a:pt x="2665762" y="121515"/>
                    <a:pt x="2890456" y="261124"/>
                    <a:pt x="3090386" y="423970"/>
                  </a:cubicBezTo>
                  <a:cubicBezTo>
                    <a:pt x="3083719" y="445683"/>
                    <a:pt x="3101435" y="460063"/>
                    <a:pt x="3116009" y="472728"/>
                  </a:cubicBezTo>
                  <a:lnTo>
                    <a:pt x="3117437" y="474252"/>
                  </a:lnTo>
                  <a:lnTo>
                    <a:pt x="3118961" y="475680"/>
                  </a:lnTo>
                  <a:cubicBezTo>
                    <a:pt x="3125248" y="482251"/>
                    <a:pt x="3131534" y="488822"/>
                    <a:pt x="3138011" y="495584"/>
                  </a:cubicBezTo>
                  <a:cubicBezTo>
                    <a:pt x="3143631" y="499012"/>
                    <a:pt x="3154966" y="505869"/>
                    <a:pt x="3160586" y="509297"/>
                  </a:cubicBezTo>
                  <a:cubicBezTo>
                    <a:pt x="3162110" y="511392"/>
                    <a:pt x="3165158" y="515678"/>
                    <a:pt x="3166681" y="517773"/>
                  </a:cubicBezTo>
                  <a:cubicBezTo>
                    <a:pt x="3172873" y="531677"/>
                    <a:pt x="3184208" y="547104"/>
                    <a:pt x="3201734" y="544438"/>
                  </a:cubicBezTo>
                  <a:cubicBezTo>
                    <a:pt x="3205829" y="550818"/>
                    <a:pt x="3210211" y="557294"/>
                    <a:pt x="3214688" y="563674"/>
                  </a:cubicBezTo>
                  <a:cubicBezTo>
                    <a:pt x="3218402" y="575578"/>
                    <a:pt x="3226403" y="582720"/>
                    <a:pt x="3238786" y="585292"/>
                  </a:cubicBezTo>
                  <a:cubicBezTo>
                    <a:pt x="3245263" y="591958"/>
                    <a:pt x="3251930" y="598815"/>
                    <a:pt x="3258693" y="605672"/>
                  </a:cubicBezTo>
                  <a:lnTo>
                    <a:pt x="3260217" y="607195"/>
                  </a:lnTo>
                  <a:lnTo>
                    <a:pt x="3262122" y="608338"/>
                  </a:lnTo>
                  <a:cubicBezTo>
                    <a:pt x="3269075" y="612338"/>
                    <a:pt x="3276410" y="616528"/>
                    <a:pt x="3283934" y="620052"/>
                  </a:cubicBezTo>
                  <a:cubicBezTo>
                    <a:pt x="3282506" y="633479"/>
                    <a:pt x="3289078" y="641383"/>
                    <a:pt x="3303746" y="643669"/>
                  </a:cubicBezTo>
                  <a:cubicBezTo>
                    <a:pt x="3305080" y="645193"/>
                    <a:pt x="3307842" y="648240"/>
                    <a:pt x="3309176" y="649764"/>
                  </a:cubicBezTo>
                  <a:cubicBezTo>
                    <a:pt x="3312509" y="662239"/>
                    <a:pt x="3320606" y="669191"/>
                    <a:pt x="3333655" y="670715"/>
                  </a:cubicBezTo>
                  <a:cubicBezTo>
                    <a:pt x="3338703" y="675952"/>
                    <a:pt x="3343942" y="681190"/>
                    <a:pt x="3349181" y="686523"/>
                  </a:cubicBezTo>
                  <a:cubicBezTo>
                    <a:pt x="3351467" y="698998"/>
                    <a:pt x="3358896" y="706617"/>
                    <a:pt x="3371469" y="709474"/>
                  </a:cubicBezTo>
                  <a:cubicBezTo>
                    <a:pt x="3376708" y="714426"/>
                    <a:pt x="3381947" y="719473"/>
                    <a:pt x="3387281" y="724615"/>
                  </a:cubicBezTo>
                  <a:cubicBezTo>
                    <a:pt x="3405473" y="747376"/>
                    <a:pt x="3426047" y="768041"/>
                    <a:pt x="3449098" y="785944"/>
                  </a:cubicBezTo>
                  <a:cubicBezTo>
                    <a:pt x="3453860" y="790992"/>
                    <a:pt x="3458528" y="796134"/>
                    <a:pt x="3463290" y="801372"/>
                  </a:cubicBezTo>
                  <a:cubicBezTo>
                    <a:pt x="3466338" y="813657"/>
                    <a:pt x="3474148" y="821180"/>
                    <a:pt x="3486626" y="823846"/>
                  </a:cubicBezTo>
                  <a:cubicBezTo>
                    <a:pt x="3491484" y="828608"/>
                    <a:pt x="3496437" y="833465"/>
                    <a:pt x="3501390" y="838512"/>
                  </a:cubicBezTo>
                  <a:cubicBezTo>
                    <a:pt x="3503771" y="851083"/>
                    <a:pt x="3511487" y="858701"/>
                    <a:pt x="3524250" y="861272"/>
                  </a:cubicBezTo>
                  <a:cubicBezTo>
                    <a:pt x="3529298" y="866415"/>
                    <a:pt x="3534347" y="871653"/>
                    <a:pt x="3539490" y="876986"/>
                  </a:cubicBezTo>
                  <a:cubicBezTo>
                    <a:pt x="3542157" y="889556"/>
                    <a:pt x="3549872" y="896984"/>
                    <a:pt x="3562731" y="899270"/>
                  </a:cubicBezTo>
                  <a:cubicBezTo>
                    <a:pt x="3567779" y="904793"/>
                    <a:pt x="3572828" y="910412"/>
                    <a:pt x="3577971" y="916126"/>
                  </a:cubicBezTo>
                  <a:cubicBezTo>
                    <a:pt x="3580638" y="928887"/>
                    <a:pt x="3588448" y="936315"/>
                    <a:pt x="3601403" y="938601"/>
                  </a:cubicBezTo>
                  <a:cubicBezTo>
                    <a:pt x="3602831" y="940219"/>
                    <a:pt x="3605594" y="943362"/>
                    <a:pt x="3607022" y="944981"/>
                  </a:cubicBezTo>
                  <a:cubicBezTo>
                    <a:pt x="3612261" y="959646"/>
                    <a:pt x="3618357" y="975741"/>
                    <a:pt x="3633692" y="982978"/>
                  </a:cubicBezTo>
                  <a:lnTo>
                    <a:pt x="3549587" y="982978"/>
                  </a:lnTo>
                  <a:cubicBezTo>
                    <a:pt x="3444526" y="881843"/>
                    <a:pt x="3346418" y="773374"/>
                    <a:pt x="3236786" y="677095"/>
                  </a:cubicBezTo>
                  <a:cubicBezTo>
                    <a:pt x="3238881" y="673096"/>
                    <a:pt x="3242977" y="665096"/>
                    <a:pt x="3245072" y="661096"/>
                  </a:cubicBezTo>
                  <a:lnTo>
                    <a:pt x="3248501" y="654430"/>
                  </a:lnTo>
                  <a:cubicBezTo>
                    <a:pt x="3243358" y="650335"/>
                    <a:pt x="3233071" y="642240"/>
                    <a:pt x="3227927" y="638145"/>
                  </a:cubicBezTo>
                  <a:cubicBezTo>
                    <a:pt x="3222308" y="632717"/>
                    <a:pt x="3216783" y="627479"/>
                    <a:pt x="3211259" y="622337"/>
                  </a:cubicBezTo>
                  <a:cubicBezTo>
                    <a:pt x="3208782" y="609766"/>
                    <a:pt x="3201353" y="602148"/>
                    <a:pt x="3188875" y="599481"/>
                  </a:cubicBezTo>
                  <a:cubicBezTo>
                    <a:pt x="3183636" y="592530"/>
                    <a:pt x="3178207" y="585673"/>
                    <a:pt x="3172778" y="579102"/>
                  </a:cubicBezTo>
                  <a:cubicBezTo>
                    <a:pt x="3168110" y="577483"/>
                    <a:pt x="3158871" y="574435"/>
                    <a:pt x="3154204" y="572817"/>
                  </a:cubicBezTo>
                  <a:cubicBezTo>
                    <a:pt x="3154489" y="555008"/>
                    <a:pt x="3137821" y="545485"/>
                    <a:pt x="3122676" y="542057"/>
                  </a:cubicBezTo>
                  <a:cubicBezTo>
                    <a:pt x="3121152" y="540914"/>
                    <a:pt x="3118104" y="538629"/>
                    <a:pt x="3116580" y="537486"/>
                  </a:cubicBezTo>
                  <a:cubicBezTo>
                    <a:pt x="3113913" y="523963"/>
                    <a:pt x="3105817" y="516440"/>
                    <a:pt x="3092291" y="514821"/>
                  </a:cubicBezTo>
                  <a:cubicBezTo>
                    <a:pt x="3090863" y="513106"/>
                    <a:pt x="3088100" y="509678"/>
                    <a:pt x="3086672" y="507964"/>
                  </a:cubicBezTo>
                  <a:cubicBezTo>
                    <a:pt x="3079623" y="491013"/>
                    <a:pt x="3064859" y="480252"/>
                    <a:pt x="3047238" y="476347"/>
                  </a:cubicBezTo>
                  <a:cubicBezTo>
                    <a:pt x="3045333" y="474442"/>
                    <a:pt x="3041333" y="470538"/>
                    <a:pt x="3039332" y="468538"/>
                  </a:cubicBezTo>
                  <a:cubicBezTo>
                    <a:pt x="3031903" y="451492"/>
                    <a:pt x="3016568" y="440159"/>
                    <a:pt x="2998089" y="439112"/>
                  </a:cubicBezTo>
                  <a:lnTo>
                    <a:pt x="2994374" y="437398"/>
                  </a:lnTo>
                  <a:cubicBezTo>
                    <a:pt x="2980754" y="413304"/>
                    <a:pt x="2957322" y="399781"/>
                    <a:pt x="2932176" y="390639"/>
                  </a:cubicBezTo>
                  <a:cubicBezTo>
                    <a:pt x="2930366" y="389687"/>
                    <a:pt x="2926747" y="387782"/>
                    <a:pt x="2924937" y="386735"/>
                  </a:cubicBezTo>
                  <a:cubicBezTo>
                    <a:pt x="2901410" y="356356"/>
                    <a:pt x="2866930" y="338928"/>
                    <a:pt x="2835593" y="318263"/>
                  </a:cubicBezTo>
                  <a:cubicBezTo>
                    <a:pt x="2751011" y="265886"/>
                    <a:pt x="2666238" y="210747"/>
                    <a:pt x="2570702" y="180273"/>
                  </a:cubicBezTo>
                  <a:cubicBezTo>
                    <a:pt x="2502598" y="149037"/>
                    <a:pt x="2431066" y="123515"/>
                    <a:pt x="2357628" y="107992"/>
                  </a:cubicBezTo>
                  <a:cubicBezTo>
                    <a:pt x="2411349" y="127705"/>
                    <a:pt x="2465737" y="145513"/>
                    <a:pt x="2519744" y="164560"/>
                  </a:cubicBezTo>
                  <a:cubicBezTo>
                    <a:pt x="2513743" y="168464"/>
                    <a:pt x="2507742" y="172369"/>
                    <a:pt x="2501837" y="176368"/>
                  </a:cubicBezTo>
                  <a:cubicBezTo>
                    <a:pt x="2354771" y="115515"/>
                    <a:pt x="2196560" y="79423"/>
                    <a:pt x="2037112" y="78089"/>
                  </a:cubicBezTo>
                  <a:cubicBezTo>
                    <a:pt x="1915668" y="85232"/>
                    <a:pt x="1793272" y="90375"/>
                    <a:pt x="1674304" y="117706"/>
                  </a:cubicBezTo>
                  <a:cubicBezTo>
                    <a:pt x="1447991" y="154656"/>
                    <a:pt x="1233011" y="239507"/>
                    <a:pt x="1023652" y="330548"/>
                  </a:cubicBezTo>
                  <a:cubicBezTo>
                    <a:pt x="852678" y="403209"/>
                    <a:pt x="688562" y="491965"/>
                    <a:pt x="533400" y="594148"/>
                  </a:cubicBezTo>
                  <a:cubicBezTo>
                    <a:pt x="369284" y="707283"/>
                    <a:pt x="217075" y="837941"/>
                    <a:pt x="80391" y="982978"/>
                  </a:cubicBezTo>
                  <a:lnTo>
                    <a:pt x="0" y="982978"/>
                  </a:lnTo>
                  <a:cubicBezTo>
                    <a:pt x="119634" y="851368"/>
                    <a:pt x="253841" y="733091"/>
                    <a:pt x="398336" y="629575"/>
                  </a:cubicBezTo>
                  <a:cubicBezTo>
                    <a:pt x="454723" y="581768"/>
                    <a:pt x="519684" y="546152"/>
                    <a:pt x="585407" y="513202"/>
                  </a:cubicBezTo>
                  <a:cubicBezTo>
                    <a:pt x="699611" y="455873"/>
                    <a:pt x="809720" y="389591"/>
                    <a:pt x="929069" y="343118"/>
                  </a:cubicBezTo>
                  <a:cubicBezTo>
                    <a:pt x="953738" y="332643"/>
                    <a:pt x="977836" y="321025"/>
                    <a:pt x="1001649" y="308740"/>
                  </a:cubicBezTo>
                  <a:cubicBezTo>
                    <a:pt x="1099947" y="257982"/>
                    <a:pt x="1205103" y="222270"/>
                    <a:pt x="1305020" y="175035"/>
                  </a:cubicBezTo>
                  <a:cubicBezTo>
                    <a:pt x="1389412" y="137038"/>
                    <a:pt x="1478566" y="111897"/>
                    <a:pt x="1566196" y="82946"/>
                  </a:cubicBezTo>
                  <a:cubicBezTo>
                    <a:pt x="1624965" y="59234"/>
                    <a:pt x="1688497" y="53996"/>
                    <a:pt x="1749647" y="39045"/>
                  </a:cubicBezTo>
                  <a:cubicBezTo>
                    <a:pt x="1779365" y="31712"/>
                    <a:pt x="1815275" y="35712"/>
                    <a:pt x="1838230" y="12189"/>
                  </a:cubicBezTo>
                  <a:cubicBezTo>
                    <a:pt x="1842516" y="13523"/>
                    <a:pt x="1851279" y="16189"/>
                    <a:pt x="1855565" y="17427"/>
                  </a:cubicBezTo>
                  <a:cubicBezTo>
                    <a:pt x="1901380" y="16284"/>
                    <a:pt x="1947101" y="21712"/>
                    <a:pt x="1992916" y="20950"/>
                  </a:cubicBezTo>
                  <a:cubicBezTo>
                    <a:pt x="2047304" y="20760"/>
                    <a:pt x="2101977" y="23808"/>
                    <a:pt x="2156174" y="17427"/>
                  </a:cubicBezTo>
                  <a:cubicBezTo>
                    <a:pt x="2110359" y="6285"/>
                    <a:pt x="2063020" y="9047"/>
                    <a:pt x="2016347" y="7332"/>
                  </a:cubicBezTo>
                  <a:moveTo>
                    <a:pt x="2322671" y="62472"/>
                  </a:moveTo>
                  <a:cubicBezTo>
                    <a:pt x="2464784" y="110087"/>
                    <a:pt x="2608517" y="157989"/>
                    <a:pt x="2738533" y="234174"/>
                  </a:cubicBezTo>
                  <a:cubicBezTo>
                    <a:pt x="2772632" y="250839"/>
                    <a:pt x="2801779" y="277790"/>
                    <a:pt x="2838926" y="287884"/>
                  </a:cubicBezTo>
                  <a:cubicBezTo>
                    <a:pt x="2682145" y="183606"/>
                    <a:pt x="2506313" y="104945"/>
                    <a:pt x="2322671" y="62472"/>
                  </a:cubicBezTo>
                  <a:moveTo>
                    <a:pt x="2850737" y="298550"/>
                  </a:moveTo>
                  <a:cubicBezTo>
                    <a:pt x="2853023" y="330167"/>
                    <a:pt x="2878836" y="283599"/>
                    <a:pt x="2850737" y="298550"/>
                  </a:cubicBezTo>
                  <a:moveTo>
                    <a:pt x="2878836" y="317120"/>
                  </a:moveTo>
                  <a:cubicBezTo>
                    <a:pt x="2881217" y="348737"/>
                    <a:pt x="2906935" y="302074"/>
                    <a:pt x="2878836" y="317120"/>
                  </a:cubicBezTo>
                  <a:moveTo>
                    <a:pt x="2902744" y="335119"/>
                  </a:moveTo>
                  <a:cubicBezTo>
                    <a:pt x="2946178" y="364546"/>
                    <a:pt x="2987612" y="397019"/>
                    <a:pt x="3032189" y="424541"/>
                  </a:cubicBezTo>
                  <a:cubicBezTo>
                    <a:pt x="2991803" y="391686"/>
                    <a:pt x="2951417" y="354451"/>
                    <a:pt x="2902744" y="335119"/>
                  </a:cubicBezTo>
                  <a:moveTo>
                    <a:pt x="3258407" y="669477"/>
                  </a:moveTo>
                  <a:cubicBezTo>
                    <a:pt x="3256217" y="682523"/>
                    <a:pt x="3261741" y="687952"/>
                    <a:pt x="3274886" y="685666"/>
                  </a:cubicBezTo>
                  <a:cubicBezTo>
                    <a:pt x="3277076" y="672429"/>
                    <a:pt x="3271552" y="667001"/>
                    <a:pt x="3258407" y="669477"/>
                  </a:cubicBezTo>
                  <a:moveTo>
                    <a:pt x="3286411" y="698331"/>
                  </a:moveTo>
                  <a:cubicBezTo>
                    <a:pt x="3283744" y="710045"/>
                    <a:pt x="3301556" y="722235"/>
                    <a:pt x="3311747" y="715950"/>
                  </a:cubicBezTo>
                  <a:cubicBezTo>
                    <a:pt x="3314414" y="704046"/>
                    <a:pt x="3296412" y="691951"/>
                    <a:pt x="3286411" y="698331"/>
                  </a:cubicBezTo>
                  <a:moveTo>
                    <a:pt x="3323558" y="728139"/>
                  </a:moveTo>
                  <a:cubicBezTo>
                    <a:pt x="3321272" y="741281"/>
                    <a:pt x="3326702" y="746709"/>
                    <a:pt x="3339941" y="744614"/>
                  </a:cubicBezTo>
                  <a:cubicBezTo>
                    <a:pt x="3342132" y="731282"/>
                    <a:pt x="3336608" y="725758"/>
                    <a:pt x="3323558" y="728139"/>
                  </a:cubicBezTo>
                  <a:moveTo>
                    <a:pt x="3350419" y="756137"/>
                  </a:moveTo>
                  <a:cubicBezTo>
                    <a:pt x="3348419" y="768898"/>
                    <a:pt x="3354134" y="773850"/>
                    <a:pt x="3367469" y="770993"/>
                  </a:cubicBezTo>
                  <a:cubicBezTo>
                    <a:pt x="3369278" y="757851"/>
                    <a:pt x="3363659" y="752899"/>
                    <a:pt x="3350419" y="756137"/>
                  </a:cubicBezTo>
                  <a:moveTo>
                    <a:pt x="3392138" y="794801"/>
                  </a:moveTo>
                  <a:cubicBezTo>
                    <a:pt x="3390233" y="807943"/>
                    <a:pt x="3395853" y="812514"/>
                    <a:pt x="3408997" y="808705"/>
                  </a:cubicBezTo>
                  <a:cubicBezTo>
                    <a:pt x="3410712" y="795658"/>
                    <a:pt x="3405092" y="791087"/>
                    <a:pt x="3392138" y="794801"/>
                  </a:cubicBezTo>
                  <a:moveTo>
                    <a:pt x="3430810" y="831941"/>
                  </a:moveTo>
                  <a:cubicBezTo>
                    <a:pt x="3427381" y="844702"/>
                    <a:pt x="3432429" y="849845"/>
                    <a:pt x="3445955" y="847369"/>
                  </a:cubicBezTo>
                  <a:cubicBezTo>
                    <a:pt x="3449193" y="834608"/>
                    <a:pt x="3444145" y="829465"/>
                    <a:pt x="3430810" y="831941"/>
                  </a:cubicBezTo>
                  <a:moveTo>
                    <a:pt x="3468814" y="869272"/>
                  </a:moveTo>
                  <a:cubicBezTo>
                    <a:pt x="3465862" y="882414"/>
                    <a:pt x="3471005" y="887652"/>
                    <a:pt x="3484245" y="884985"/>
                  </a:cubicBezTo>
                  <a:cubicBezTo>
                    <a:pt x="3486817" y="871843"/>
                    <a:pt x="3481673" y="866606"/>
                    <a:pt x="3468814" y="869272"/>
                  </a:cubicBezTo>
                  <a:moveTo>
                    <a:pt x="3494818" y="899460"/>
                  </a:moveTo>
                  <a:cubicBezTo>
                    <a:pt x="3492532" y="912507"/>
                    <a:pt x="3497961" y="917935"/>
                    <a:pt x="3511296" y="915745"/>
                  </a:cubicBezTo>
                  <a:cubicBezTo>
                    <a:pt x="3513392" y="902508"/>
                    <a:pt x="3507962" y="897079"/>
                    <a:pt x="3494818" y="899460"/>
                  </a:cubicBezTo>
                  <a:moveTo>
                    <a:pt x="3525393" y="928220"/>
                  </a:moveTo>
                  <a:cubicBezTo>
                    <a:pt x="3530060" y="933268"/>
                    <a:pt x="3530060" y="933268"/>
                    <a:pt x="3525393" y="9282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6" name="任意多边形: 形状 65"/>
            <p:cNvSpPr/>
            <p:nvPr/>
          </p:nvSpPr>
          <p:spPr>
            <a:xfrm>
              <a:off x="2838735" y="5879113"/>
              <a:ext cx="4071" cy="3785"/>
            </a:xfrm>
            <a:custGeom>
              <a:avLst/>
              <a:gdLst>
                <a:gd name="connsiteX0" fmla="*/ 0 w 4071"/>
                <a:gd name="connsiteY0" fmla="*/ 0 h 3785"/>
                <a:gd name="connsiteX1" fmla="*/ 0 w 4071"/>
                <a:gd name="connsiteY1" fmla="*/ 0 h 3785"/>
              </a:gdLst>
              <a:ahLst/>
              <a:cxnLst>
                <a:cxn ang="0">
                  <a:pos x="connsiteX0" y="connsiteY0"/>
                </a:cxn>
                <a:cxn ang="0">
                  <a:pos x="connsiteX1" y="connsiteY1"/>
                </a:cxn>
              </a:cxnLst>
              <a:rect l="l" t="t" r="r" b="b"/>
              <a:pathLst>
                <a:path w="4071" h="3785">
                  <a:moveTo>
                    <a:pt x="0" y="0"/>
                  </a:moveTo>
                  <a:cubicBezTo>
                    <a:pt x="5429" y="5047"/>
                    <a:pt x="5429" y="5047"/>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67" name="图形 27"/>
            <p:cNvGrpSpPr/>
            <p:nvPr/>
          </p:nvGrpSpPr>
          <p:grpSpPr>
            <a:xfrm>
              <a:off x="3434238" y="6041768"/>
              <a:ext cx="1151001" cy="815561"/>
              <a:chOff x="3434238" y="6041768"/>
              <a:chExt cx="1151001" cy="815561"/>
            </a:xfrm>
            <a:grpFill/>
          </p:grpSpPr>
          <p:sp>
            <p:nvSpPr>
              <p:cNvPr id="68" name="任意多边形: 形状 67"/>
              <p:cNvSpPr/>
              <p:nvPr/>
            </p:nvSpPr>
            <p:spPr>
              <a:xfrm>
                <a:off x="3434238" y="6041768"/>
                <a:ext cx="654081" cy="418732"/>
              </a:xfrm>
              <a:custGeom>
                <a:avLst/>
                <a:gdLst>
                  <a:gd name="connsiteX0" fmla="*/ 6763 w 654081"/>
                  <a:gd name="connsiteY0" fmla="*/ 20380 h 418732"/>
                  <a:gd name="connsiteX1" fmla="*/ 0 w 654081"/>
                  <a:gd name="connsiteY1" fmla="*/ 0 h 418732"/>
                  <a:gd name="connsiteX2" fmla="*/ 52007 w 654081"/>
                  <a:gd name="connsiteY2" fmla="*/ 12857 h 418732"/>
                  <a:gd name="connsiteX3" fmla="*/ 150781 w 654081"/>
                  <a:gd name="connsiteY3" fmla="*/ 67900 h 418732"/>
                  <a:gd name="connsiteX4" fmla="*/ 406241 w 654081"/>
                  <a:gd name="connsiteY4" fmla="*/ 219318 h 418732"/>
                  <a:gd name="connsiteX5" fmla="*/ 413480 w 654081"/>
                  <a:gd name="connsiteY5" fmla="*/ 223222 h 418732"/>
                  <a:gd name="connsiteX6" fmla="*/ 475202 w 654081"/>
                  <a:gd name="connsiteY6" fmla="*/ 269695 h 418732"/>
                  <a:gd name="connsiteX7" fmla="*/ 475679 w 654081"/>
                  <a:gd name="connsiteY7" fmla="*/ 269981 h 418732"/>
                  <a:gd name="connsiteX8" fmla="*/ 479393 w 654081"/>
                  <a:gd name="connsiteY8" fmla="*/ 271695 h 418732"/>
                  <a:gd name="connsiteX9" fmla="*/ 520637 w 654081"/>
                  <a:gd name="connsiteY9" fmla="*/ 301122 h 418732"/>
                  <a:gd name="connsiteX10" fmla="*/ 528542 w 654081"/>
                  <a:gd name="connsiteY10" fmla="*/ 308931 h 418732"/>
                  <a:gd name="connsiteX11" fmla="*/ 567976 w 654081"/>
                  <a:gd name="connsiteY11" fmla="*/ 340548 h 418732"/>
                  <a:gd name="connsiteX12" fmla="*/ 573596 w 654081"/>
                  <a:gd name="connsiteY12" fmla="*/ 347405 h 418732"/>
                  <a:gd name="connsiteX13" fmla="*/ 597884 w 654081"/>
                  <a:gd name="connsiteY13" fmla="*/ 370069 h 418732"/>
                  <a:gd name="connsiteX14" fmla="*/ 603980 w 654081"/>
                  <a:gd name="connsiteY14" fmla="*/ 374641 h 418732"/>
                  <a:gd name="connsiteX15" fmla="*/ 635508 w 654081"/>
                  <a:gd name="connsiteY15" fmla="*/ 405400 h 418732"/>
                  <a:gd name="connsiteX16" fmla="*/ 654082 w 654081"/>
                  <a:gd name="connsiteY16" fmla="*/ 411686 h 418732"/>
                  <a:gd name="connsiteX17" fmla="*/ 621221 w 654081"/>
                  <a:gd name="connsiteY17" fmla="*/ 418733 h 418732"/>
                  <a:gd name="connsiteX18" fmla="*/ 390620 w 654081"/>
                  <a:gd name="connsiteY18" fmla="*/ 230746 h 418732"/>
                  <a:gd name="connsiteX19" fmla="*/ 6763 w 654081"/>
                  <a:gd name="connsiteY19" fmla="*/ 20380 h 41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4081" h="418732">
                    <a:moveTo>
                      <a:pt x="6763" y="20380"/>
                    </a:moveTo>
                    <a:cubicBezTo>
                      <a:pt x="5048" y="15332"/>
                      <a:pt x="1715" y="5143"/>
                      <a:pt x="0" y="0"/>
                    </a:cubicBezTo>
                    <a:cubicBezTo>
                      <a:pt x="16764" y="5809"/>
                      <a:pt x="34004" y="11809"/>
                      <a:pt x="52007" y="12857"/>
                    </a:cubicBezTo>
                    <a:cubicBezTo>
                      <a:pt x="78867" y="40473"/>
                      <a:pt x="118301" y="48854"/>
                      <a:pt x="150781" y="67900"/>
                    </a:cubicBezTo>
                    <a:cubicBezTo>
                      <a:pt x="240221" y="110945"/>
                      <a:pt x="318992" y="172559"/>
                      <a:pt x="406241" y="219318"/>
                    </a:cubicBezTo>
                    <a:cubicBezTo>
                      <a:pt x="408051" y="220366"/>
                      <a:pt x="411671" y="222270"/>
                      <a:pt x="413480" y="223222"/>
                    </a:cubicBezTo>
                    <a:cubicBezTo>
                      <a:pt x="429196" y="244364"/>
                      <a:pt x="450628" y="260172"/>
                      <a:pt x="475202" y="269695"/>
                    </a:cubicBezTo>
                    <a:lnTo>
                      <a:pt x="475679" y="269981"/>
                    </a:lnTo>
                    <a:lnTo>
                      <a:pt x="479393" y="271695"/>
                    </a:lnTo>
                    <a:cubicBezTo>
                      <a:pt x="485013" y="289884"/>
                      <a:pt x="500920" y="302741"/>
                      <a:pt x="520637" y="301122"/>
                    </a:cubicBezTo>
                    <a:cubicBezTo>
                      <a:pt x="522637" y="303122"/>
                      <a:pt x="526637" y="307026"/>
                      <a:pt x="528542" y="308931"/>
                    </a:cubicBezTo>
                    <a:cubicBezTo>
                      <a:pt x="532543" y="327977"/>
                      <a:pt x="547402" y="342833"/>
                      <a:pt x="567976" y="340548"/>
                    </a:cubicBezTo>
                    <a:cubicBezTo>
                      <a:pt x="569405" y="342262"/>
                      <a:pt x="572167" y="345690"/>
                      <a:pt x="573596" y="347405"/>
                    </a:cubicBezTo>
                    <a:cubicBezTo>
                      <a:pt x="575977" y="361023"/>
                      <a:pt x="584073" y="368546"/>
                      <a:pt x="597884" y="370069"/>
                    </a:cubicBezTo>
                    <a:cubicBezTo>
                      <a:pt x="599409" y="371212"/>
                      <a:pt x="602456" y="373498"/>
                      <a:pt x="603980" y="374641"/>
                    </a:cubicBezTo>
                    <a:cubicBezTo>
                      <a:pt x="606267" y="391020"/>
                      <a:pt x="618744" y="403591"/>
                      <a:pt x="635508" y="405400"/>
                    </a:cubicBezTo>
                    <a:cubicBezTo>
                      <a:pt x="640175" y="407019"/>
                      <a:pt x="649415" y="410066"/>
                      <a:pt x="654082" y="411686"/>
                    </a:cubicBezTo>
                    <a:cubicBezTo>
                      <a:pt x="645890" y="413400"/>
                      <a:pt x="629508" y="416923"/>
                      <a:pt x="621221" y="418733"/>
                    </a:cubicBezTo>
                    <a:cubicBezTo>
                      <a:pt x="548545" y="351118"/>
                      <a:pt x="471869" y="287885"/>
                      <a:pt x="390620" y="230746"/>
                    </a:cubicBezTo>
                    <a:cubicBezTo>
                      <a:pt x="269843" y="148847"/>
                      <a:pt x="145828" y="67615"/>
                      <a:pt x="6763" y="2038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9" name="任意多边形: 形状 68"/>
              <p:cNvSpPr/>
              <p:nvPr/>
            </p:nvSpPr>
            <p:spPr>
              <a:xfrm>
                <a:off x="4004481" y="6298321"/>
                <a:ext cx="580757" cy="559008"/>
              </a:xfrm>
              <a:custGeom>
                <a:avLst/>
                <a:gdLst>
                  <a:gd name="connsiteX0" fmla="*/ 27070 w 580757"/>
                  <a:gd name="connsiteY0" fmla="*/ 48758 h 559008"/>
                  <a:gd name="connsiteX1" fmla="*/ 1447 w 580757"/>
                  <a:gd name="connsiteY1" fmla="*/ 0 h 559008"/>
                  <a:gd name="connsiteX2" fmla="*/ 306628 w 580757"/>
                  <a:gd name="connsiteY2" fmla="*/ 276933 h 559008"/>
                  <a:gd name="connsiteX3" fmla="*/ 580758 w 580757"/>
                  <a:gd name="connsiteY3" fmla="*/ 559008 h 559008"/>
                  <a:gd name="connsiteX4" fmla="*/ 557326 w 580757"/>
                  <a:gd name="connsiteY4" fmla="*/ 559008 h 559008"/>
                  <a:gd name="connsiteX5" fmla="*/ 518083 w 580757"/>
                  <a:gd name="connsiteY5" fmla="*/ 521011 h 559008"/>
                  <a:gd name="connsiteX6" fmla="*/ 512464 w 580757"/>
                  <a:gd name="connsiteY6" fmla="*/ 514631 h 559008"/>
                  <a:gd name="connsiteX7" fmla="*/ 489032 w 580757"/>
                  <a:gd name="connsiteY7" fmla="*/ 492156 h 559008"/>
                  <a:gd name="connsiteX8" fmla="*/ 473792 w 580757"/>
                  <a:gd name="connsiteY8" fmla="*/ 475300 h 559008"/>
                  <a:gd name="connsiteX9" fmla="*/ 450551 w 580757"/>
                  <a:gd name="connsiteY9" fmla="*/ 453016 h 559008"/>
                  <a:gd name="connsiteX10" fmla="*/ 435311 w 580757"/>
                  <a:gd name="connsiteY10" fmla="*/ 437302 h 559008"/>
                  <a:gd name="connsiteX11" fmla="*/ 412451 w 580757"/>
                  <a:gd name="connsiteY11" fmla="*/ 414543 h 559008"/>
                  <a:gd name="connsiteX12" fmla="*/ 397687 w 580757"/>
                  <a:gd name="connsiteY12" fmla="*/ 399877 h 559008"/>
                  <a:gd name="connsiteX13" fmla="*/ 374351 w 580757"/>
                  <a:gd name="connsiteY13" fmla="*/ 377402 h 559008"/>
                  <a:gd name="connsiteX14" fmla="*/ 360159 w 580757"/>
                  <a:gd name="connsiteY14" fmla="*/ 361975 h 559008"/>
                  <a:gd name="connsiteX15" fmla="*/ 298342 w 580757"/>
                  <a:gd name="connsiteY15" fmla="*/ 300646 h 559008"/>
                  <a:gd name="connsiteX16" fmla="*/ 282530 w 580757"/>
                  <a:gd name="connsiteY16" fmla="*/ 285504 h 559008"/>
                  <a:gd name="connsiteX17" fmla="*/ 260242 w 580757"/>
                  <a:gd name="connsiteY17" fmla="*/ 262553 h 559008"/>
                  <a:gd name="connsiteX18" fmla="*/ 244716 w 580757"/>
                  <a:gd name="connsiteY18" fmla="*/ 246745 h 559008"/>
                  <a:gd name="connsiteX19" fmla="*/ 220237 w 580757"/>
                  <a:gd name="connsiteY19" fmla="*/ 225794 h 559008"/>
                  <a:gd name="connsiteX20" fmla="*/ 214807 w 580757"/>
                  <a:gd name="connsiteY20" fmla="*/ 219699 h 559008"/>
                  <a:gd name="connsiteX21" fmla="*/ 194996 w 580757"/>
                  <a:gd name="connsiteY21" fmla="*/ 196082 h 559008"/>
                  <a:gd name="connsiteX22" fmla="*/ 173183 w 580757"/>
                  <a:gd name="connsiteY22" fmla="*/ 184368 h 559008"/>
                  <a:gd name="connsiteX23" fmla="*/ 171564 w 580757"/>
                  <a:gd name="connsiteY23" fmla="*/ 182940 h 559008"/>
                  <a:gd name="connsiteX24" fmla="*/ 169754 w 580757"/>
                  <a:gd name="connsiteY24" fmla="*/ 181702 h 559008"/>
                  <a:gd name="connsiteX25" fmla="*/ 149847 w 580757"/>
                  <a:gd name="connsiteY25" fmla="*/ 161322 h 559008"/>
                  <a:gd name="connsiteX26" fmla="*/ 125749 w 580757"/>
                  <a:gd name="connsiteY26" fmla="*/ 139704 h 559008"/>
                  <a:gd name="connsiteX27" fmla="*/ 112795 w 580757"/>
                  <a:gd name="connsiteY27" fmla="*/ 120468 h 559008"/>
                  <a:gd name="connsiteX28" fmla="*/ 77742 w 580757"/>
                  <a:gd name="connsiteY28" fmla="*/ 93803 h 559008"/>
                  <a:gd name="connsiteX29" fmla="*/ 71647 w 580757"/>
                  <a:gd name="connsiteY29" fmla="*/ 85328 h 559008"/>
                  <a:gd name="connsiteX30" fmla="*/ 49072 w 580757"/>
                  <a:gd name="connsiteY30" fmla="*/ 71614 h 559008"/>
                  <a:gd name="connsiteX31" fmla="*/ 30022 w 580757"/>
                  <a:gd name="connsiteY31" fmla="*/ 51711 h 559008"/>
                  <a:gd name="connsiteX32" fmla="*/ 28594 w 580757"/>
                  <a:gd name="connsiteY32" fmla="*/ 50187 h 559008"/>
                  <a:gd name="connsiteX33" fmla="*/ 27070 w 580757"/>
                  <a:gd name="connsiteY33" fmla="*/ 48758 h 559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80757" h="559008">
                    <a:moveTo>
                      <a:pt x="27070" y="48758"/>
                    </a:moveTo>
                    <a:cubicBezTo>
                      <a:pt x="12496" y="36093"/>
                      <a:pt x="-5220" y="21713"/>
                      <a:pt x="1447" y="0"/>
                    </a:cubicBezTo>
                    <a:cubicBezTo>
                      <a:pt x="107842" y="87042"/>
                      <a:pt x="203473" y="186177"/>
                      <a:pt x="306628" y="276933"/>
                    </a:cubicBezTo>
                    <a:cubicBezTo>
                      <a:pt x="401878" y="367117"/>
                      <a:pt x="492937" y="461587"/>
                      <a:pt x="580758" y="559008"/>
                    </a:cubicBezTo>
                    <a:lnTo>
                      <a:pt x="557326" y="559008"/>
                    </a:lnTo>
                    <a:cubicBezTo>
                      <a:pt x="551421" y="540058"/>
                      <a:pt x="537229" y="526154"/>
                      <a:pt x="518083" y="521011"/>
                    </a:cubicBezTo>
                    <a:cubicBezTo>
                      <a:pt x="516655" y="519392"/>
                      <a:pt x="513892" y="516250"/>
                      <a:pt x="512464" y="514631"/>
                    </a:cubicBezTo>
                    <a:cubicBezTo>
                      <a:pt x="511035" y="500251"/>
                      <a:pt x="503224" y="492823"/>
                      <a:pt x="489032" y="492156"/>
                    </a:cubicBezTo>
                    <a:cubicBezTo>
                      <a:pt x="483889" y="486442"/>
                      <a:pt x="478840" y="480823"/>
                      <a:pt x="473792" y="475300"/>
                    </a:cubicBezTo>
                    <a:cubicBezTo>
                      <a:pt x="472459" y="460920"/>
                      <a:pt x="464743" y="453492"/>
                      <a:pt x="450551" y="453016"/>
                    </a:cubicBezTo>
                    <a:cubicBezTo>
                      <a:pt x="445408" y="447683"/>
                      <a:pt x="440359" y="442445"/>
                      <a:pt x="435311" y="437302"/>
                    </a:cubicBezTo>
                    <a:cubicBezTo>
                      <a:pt x="434263" y="422923"/>
                      <a:pt x="426643" y="415304"/>
                      <a:pt x="412451" y="414543"/>
                    </a:cubicBezTo>
                    <a:cubicBezTo>
                      <a:pt x="407498" y="409495"/>
                      <a:pt x="402545" y="404638"/>
                      <a:pt x="397687" y="399877"/>
                    </a:cubicBezTo>
                    <a:cubicBezTo>
                      <a:pt x="396830" y="385211"/>
                      <a:pt x="389020" y="377783"/>
                      <a:pt x="374351" y="377402"/>
                    </a:cubicBezTo>
                    <a:cubicBezTo>
                      <a:pt x="369589" y="372165"/>
                      <a:pt x="364921" y="367022"/>
                      <a:pt x="360159" y="361975"/>
                    </a:cubicBezTo>
                    <a:cubicBezTo>
                      <a:pt x="352348" y="330834"/>
                      <a:pt x="326345" y="312264"/>
                      <a:pt x="298342" y="300646"/>
                    </a:cubicBezTo>
                    <a:cubicBezTo>
                      <a:pt x="293008" y="295503"/>
                      <a:pt x="287769" y="290456"/>
                      <a:pt x="282530" y="285504"/>
                    </a:cubicBezTo>
                    <a:cubicBezTo>
                      <a:pt x="282054" y="270933"/>
                      <a:pt x="274624" y="263220"/>
                      <a:pt x="260242" y="262553"/>
                    </a:cubicBezTo>
                    <a:cubicBezTo>
                      <a:pt x="255003" y="257220"/>
                      <a:pt x="249764" y="251983"/>
                      <a:pt x="244716" y="246745"/>
                    </a:cubicBezTo>
                    <a:cubicBezTo>
                      <a:pt x="242621" y="232555"/>
                      <a:pt x="234429" y="225508"/>
                      <a:pt x="220237" y="225794"/>
                    </a:cubicBezTo>
                    <a:cubicBezTo>
                      <a:pt x="218903" y="224270"/>
                      <a:pt x="216141" y="221223"/>
                      <a:pt x="214807" y="219699"/>
                    </a:cubicBezTo>
                    <a:cubicBezTo>
                      <a:pt x="213950" y="206748"/>
                      <a:pt x="207378" y="198843"/>
                      <a:pt x="194996" y="196082"/>
                    </a:cubicBezTo>
                    <a:cubicBezTo>
                      <a:pt x="187471" y="192558"/>
                      <a:pt x="180136" y="188368"/>
                      <a:pt x="173183" y="184368"/>
                    </a:cubicBezTo>
                    <a:lnTo>
                      <a:pt x="171564" y="182940"/>
                    </a:lnTo>
                    <a:lnTo>
                      <a:pt x="169754" y="181702"/>
                    </a:lnTo>
                    <a:cubicBezTo>
                      <a:pt x="162991" y="174845"/>
                      <a:pt x="156324" y="167988"/>
                      <a:pt x="149847" y="161322"/>
                    </a:cubicBezTo>
                    <a:cubicBezTo>
                      <a:pt x="148609" y="146371"/>
                      <a:pt x="140608" y="139228"/>
                      <a:pt x="125749" y="139704"/>
                    </a:cubicBezTo>
                    <a:cubicBezTo>
                      <a:pt x="121272" y="133324"/>
                      <a:pt x="116890" y="126848"/>
                      <a:pt x="112795" y="120468"/>
                    </a:cubicBezTo>
                    <a:cubicBezTo>
                      <a:pt x="108889" y="103802"/>
                      <a:pt x="94697" y="93137"/>
                      <a:pt x="77742" y="93803"/>
                    </a:cubicBezTo>
                    <a:cubicBezTo>
                      <a:pt x="76219" y="91708"/>
                      <a:pt x="73171" y="87422"/>
                      <a:pt x="71647" y="85328"/>
                    </a:cubicBezTo>
                    <a:cubicBezTo>
                      <a:pt x="73933" y="72662"/>
                      <a:pt x="56692" y="53615"/>
                      <a:pt x="49072" y="71614"/>
                    </a:cubicBezTo>
                    <a:cubicBezTo>
                      <a:pt x="42595" y="64853"/>
                      <a:pt x="36309" y="58282"/>
                      <a:pt x="30022" y="51711"/>
                    </a:cubicBezTo>
                    <a:lnTo>
                      <a:pt x="28594" y="50187"/>
                    </a:lnTo>
                    <a:lnTo>
                      <a:pt x="27070" y="487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70" name="任意多边形: 形状 69"/>
            <p:cNvSpPr/>
            <p:nvPr/>
          </p:nvSpPr>
          <p:spPr>
            <a:xfrm>
              <a:off x="3486245" y="6054624"/>
              <a:ext cx="354234" cy="206461"/>
            </a:xfrm>
            <a:custGeom>
              <a:avLst/>
              <a:gdLst>
                <a:gd name="connsiteX0" fmla="*/ 0 w 354234"/>
                <a:gd name="connsiteY0" fmla="*/ 0 h 206461"/>
                <a:gd name="connsiteX1" fmla="*/ 264890 w 354234"/>
                <a:gd name="connsiteY1" fmla="*/ 137990 h 206461"/>
                <a:gd name="connsiteX2" fmla="*/ 354235 w 354234"/>
                <a:gd name="connsiteY2" fmla="*/ 206462 h 206461"/>
                <a:gd name="connsiteX3" fmla="*/ 98774 w 354234"/>
                <a:gd name="connsiteY3" fmla="*/ 55043 h 206461"/>
                <a:gd name="connsiteX4" fmla="*/ 0 w 354234"/>
                <a:gd name="connsiteY4" fmla="*/ 0 h 206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234" h="206461">
                  <a:moveTo>
                    <a:pt x="0" y="0"/>
                  </a:moveTo>
                  <a:cubicBezTo>
                    <a:pt x="95536" y="30474"/>
                    <a:pt x="180308" y="85613"/>
                    <a:pt x="264890" y="137990"/>
                  </a:cubicBezTo>
                  <a:cubicBezTo>
                    <a:pt x="296227" y="158655"/>
                    <a:pt x="330708" y="176083"/>
                    <a:pt x="354235" y="206462"/>
                  </a:cubicBezTo>
                  <a:cubicBezTo>
                    <a:pt x="266986" y="159703"/>
                    <a:pt x="188214" y="98088"/>
                    <a:pt x="98774" y="55043"/>
                  </a:cubicBezTo>
                  <a:cubicBezTo>
                    <a:pt x="66294" y="35997"/>
                    <a:pt x="26860" y="27617"/>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71" name="图形 27"/>
            <p:cNvGrpSpPr/>
            <p:nvPr/>
          </p:nvGrpSpPr>
          <p:grpSpPr>
            <a:xfrm>
              <a:off x="3766280" y="6169852"/>
              <a:ext cx="235934" cy="212695"/>
              <a:chOff x="3766280" y="6169852"/>
              <a:chExt cx="235934" cy="212695"/>
            </a:xfrm>
            <a:grpFill/>
          </p:grpSpPr>
          <p:sp>
            <p:nvSpPr>
              <p:cNvPr id="72" name="任意多边形: 形状 71"/>
              <p:cNvSpPr/>
              <p:nvPr/>
            </p:nvSpPr>
            <p:spPr>
              <a:xfrm>
                <a:off x="3766280" y="6169852"/>
                <a:ext cx="13011" cy="14313"/>
              </a:xfrm>
              <a:custGeom>
                <a:avLst/>
                <a:gdLst>
                  <a:gd name="connsiteX0" fmla="*/ 0 w 13011"/>
                  <a:gd name="connsiteY0" fmla="*/ 3049 h 14313"/>
                  <a:gd name="connsiteX1" fmla="*/ 0 w 13011"/>
                  <a:gd name="connsiteY1" fmla="*/ 3049 h 14313"/>
                </a:gdLst>
                <a:ahLst/>
                <a:cxnLst>
                  <a:cxn ang="0">
                    <a:pos x="connsiteX0" y="connsiteY0"/>
                  </a:cxn>
                  <a:cxn ang="0">
                    <a:pos x="connsiteX1" y="connsiteY1"/>
                  </a:cxn>
                </a:cxnLst>
                <a:rect l="l" t="t" r="r" b="b"/>
                <a:pathLst>
                  <a:path w="13011" h="14313">
                    <a:moveTo>
                      <a:pt x="0" y="3049"/>
                    </a:moveTo>
                    <a:cubicBezTo>
                      <a:pt x="28099" y="-11902"/>
                      <a:pt x="2286" y="34666"/>
                      <a:pt x="0" y="304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3" name="任意多边形: 形状 72"/>
              <p:cNvSpPr/>
              <p:nvPr/>
            </p:nvSpPr>
            <p:spPr>
              <a:xfrm>
                <a:off x="3794378" y="6188392"/>
                <a:ext cx="13034" cy="14328"/>
              </a:xfrm>
              <a:custGeom>
                <a:avLst/>
                <a:gdLst>
                  <a:gd name="connsiteX0" fmla="*/ 0 w 13034"/>
                  <a:gd name="connsiteY0" fmla="*/ 3080 h 14328"/>
                  <a:gd name="connsiteX1" fmla="*/ 0 w 13034"/>
                  <a:gd name="connsiteY1" fmla="*/ 3080 h 14328"/>
                </a:gdLst>
                <a:ahLst/>
                <a:cxnLst>
                  <a:cxn ang="0">
                    <a:pos x="connsiteX0" y="connsiteY0"/>
                  </a:cxn>
                  <a:cxn ang="0">
                    <a:pos x="connsiteX1" y="connsiteY1"/>
                  </a:cxn>
                </a:cxnLst>
                <a:rect l="l" t="t" r="r" b="b"/>
                <a:pathLst>
                  <a:path w="13034" h="14328">
                    <a:moveTo>
                      <a:pt x="0" y="3080"/>
                    </a:moveTo>
                    <a:cubicBezTo>
                      <a:pt x="28099" y="-11967"/>
                      <a:pt x="2381" y="34697"/>
                      <a:pt x="0" y="308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4" name="任意多边形: 形状 73"/>
              <p:cNvSpPr/>
              <p:nvPr/>
            </p:nvSpPr>
            <p:spPr>
              <a:xfrm>
                <a:off x="3962781" y="6350698"/>
                <a:ext cx="39433" cy="31849"/>
              </a:xfrm>
              <a:custGeom>
                <a:avLst/>
                <a:gdLst>
                  <a:gd name="connsiteX0" fmla="*/ 0 w 39433"/>
                  <a:gd name="connsiteY0" fmla="*/ 0 h 31849"/>
                  <a:gd name="connsiteX1" fmla="*/ 39433 w 39433"/>
                  <a:gd name="connsiteY1" fmla="*/ 31617 h 31849"/>
                  <a:gd name="connsiteX2" fmla="*/ 0 w 39433"/>
                  <a:gd name="connsiteY2" fmla="*/ 0 h 31849"/>
                </a:gdLst>
                <a:ahLst/>
                <a:cxnLst>
                  <a:cxn ang="0">
                    <a:pos x="connsiteX0" y="connsiteY0"/>
                  </a:cxn>
                  <a:cxn ang="0">
                    <a:pos x="connsiteX1" y="connsiteY1"/>
                  </a:cxn>
                  <a:cxn ang="0">
                    <a:pos x="connsiteX2" y="connsiteY2"/>
                  </a:cxn>
                </a:cxnLst>
                <a:rect l="l" t="t" r="r" b="b"/>
                <a:pathLst>
                  <a:path w="39433" h="31849">
                    <a:moveTo>
                      <a:pt x="0" y="0"/>
                    </a:moveTo>
                    <a:cubicBezTo>
                      <a:pt x="17621" y="3905"/>
                      <a:pt x="32385" y="14666"/>
                      <a:pt x="39433" y="31617"/>
                    </a:cubicBezTo>
                    <a:cubicBezTo>
                      <a:pt x="18859" y="33902"/>
                      <a:pt x="4000" y="19046"/>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82" name="任意多边形: 形状 81"/>
            <p:cNvSpPr/>
            <p:nvPr/>
          </p:nvSpPr>
          <p:spPr>
            <a:xfrm>
              <a:off x="3847718" y="6264990"/>
              <a:ext cx="62198" cy="46758"/>
            </a:xfrm>
            <a:custGeom>
              <a:avLst/>
              <a:gdLst>
                <a:gd name="connsiteX0" fmla="*/ 0 w 62198"/>
                <a:gd name="connsiteY0" fmla="*/ 0 h 46758"/>
                <a:gd name="connsiteX1" fmla="*/ 62198 w 62198"/>
                <a:gd name="connsiteY1" fmla="*/ 46759 h 46758"/>
                <a:gd name="connsiteX2" fmla="*/ 61722 w 62198"/>
                <a:gd name="connsiteY2" fmla="*/ 46473 h 46758"/>
                <a:gd name="connsiteX3" fmla="*/ 0 w 62198"/>
                <a:gd name="connsiteY3" fmla="*/ 0 h 46758"/>
              </a:gdLst>
              <a:ahLst/>
              <a:cxnLst>
                <a:cxn ang="0">
                  <a:pos x="connsiteX0" y="connsiteY0"/>
                </a:cxn>
                <a:cxn ang="0">
                  <a:pos x="connsiteX1" y="connsiteY1"/>
                </a:cxn>
                <a:cxn ang="0">
                  <a:pos x="connsiteX2" y="connsiteY2"/>
                </a:cxn>
                <a:cxn ang="0">
                  <a:pos x="connsiteX3" y="connsiteY3"/>
                </a:cxn>
              </a:cxnLst>
              <a:rect l="l" t="t" r="r" b="b"/>
              <a:pathLst>
                <a:path w="62198" h="46758">
                  <a:moveTo>
                    <a:pt x="0" y="0"/>
                  </a:moveTo>
                  <a:cubicBezTo>
                    <a:pt x="25146" y="9142"/>
                    <a:pt x="48578" y="22665"/>
                    <a:pt x="62198" y="46759"/>
                  </a:cubicBezTo>
                  <a:lnTo>
                    <a:pt x="61722" y="46473"/>
                  </a:lnTo>
                  <a:cubicBezTo>
                    <a:pt x="37147" y="36950"/>
                    <a:pt x="15716" y="21142"/>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84" name="图形 27"/>
            <p:cNvGrpSpPr/>
            <p:nvPr/>
          </p:nvGrpSpPr>
          <p:grpSpPr>
            <a:xfrm>
              <a:off x="3913632" y="6313463"/>
              <a:ext cx="118491" cy="98373"/>
              <a:chOff x="3913632" y="6313463"/>
              <a:chExt cx="118491" cy="98373"/>
            </a:xfrm>
            <a:grpFill/>
          </p:grpSpPr>
          <p:sp>
            <p:nvSpPr>
              <p:cNvPr id="85" name="任意多边形: 形状 84"/>
              <p:cNvSpPr/>
              <p:nvPr/>
            </p:nvSpPr>
            <p:spPr>
              <a:xfrm>
                <a:off x="3913632" y="6313463"/>
                <a:ext cx="41243" cy="29563"/>
              </a:xfrm>
              <a:custGeom>
                <a:avLst/>
                <a:gdLst>
                  <a:gd name="connsiteX0" fmla="*/ 0 w 41243"/>
                  <a:gd name="connsiteY0" fmla="*/ 0 h 29563"/>
                  <a:gd name="connsiteX1" fmla="*/ 41243 w 41243"/>
                  <a:gd name="connsiteY1" fmla="*/ 29426 h 29563"/>
                  <a:gd name="connsiteX2" fmla="*/ 0 w 41243"/>
                  <a:gd name="connsiteY2" fmla="*/ 0 h 29563"/>
                </a:gdLst>
                <a:ahLst/>
                <a:cxnLst>
                  <a:cxn ang="0">
                    <a:pos x="connsiteX0" y="connsiteY0"/>
                  </a:cxn>
                  <a:cxn ang="0">
                    <a:pos x="connsiteX1" y="connsiteY1"/>
                  </a:cxn>
                  <a:cxn ang="0">
                    <a:pos x="connsiteX2" y="connsiteY2"/>
                  </a:cxn>
                </a:cxnLst>
                <a:rect l="l" t="t" r="r" b="b"/>
                <a:pathLst>
                  <a:path w="41243" h="29563">
                    <a:moveTo>
                      <a:pt x="0" y="0"/>
                    </a:moveTo>
                    <a:cubicBezTo>
                      <a:pt x="18479" y="1047"/>
                      <a:pt x="33814" y="12380"/>
                      <a:pt x="41243" y="29426"/>
                    </a:cubicBezTo>
                    <a:cubicBezTo>
                      <a:pt x="21527" y="31046"/>
                      <a:pt x="5620" y="18189"/>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86" name="任意多边形: 形状 85"/>
              <p:cNvSpPr/>
              <p:nvPr/>
            </p:nvSpPr>
            <p:spPr>
              <a:xfrm>
                <a:off x="4007834" y="6389172"/>
                <a:ext cx="24288" cy="22664"/>
              </a:xfrm>
              <a:custGeom>
                <a:avLst/>
                <a:gdLst>
                  <a:gd name="connsiteX0" fmla="*/ 0 w 24288"/>
                  <a:gd name="connsiteY0" fmla="*/ 0 h 22664"/>
                  <a:gd name="connsiteX1" fmla="*/ 24289 w 24288"/>
                  <a:gd name="connsiteY1" fmla="*/ 22665 h 22664"/>
                  <a:gd name="connsiteX2" fmla="*/ 0 w 24288"/>
                  <a:gd name="connsiteY2" fmla="*/ 0 h 22664"/>
                </a:gdLst>
                <a:ahLst/>
                <a:cxnLst>
                  <a:cxn ang="0">
                    <a:pos x="connsiteX0" y="connsiteY0"/>
                  </a:cxn>
                  <a:cxn ang="0">
                    <a:pos x="connsiteX1" y="connsiteY1"/>
                  </a:cxn>
                  <a:cxn ang="0">
                    <a:pos x="connsiteX2" y="connsiteY2"/>
                  </a:cxn>
                </a:cxnLst>
                <a:rect l="l" t="t" r="r" b="b"/>
                <a:pathLst>
                  <a:path w="24288" h="22664">
                    <a:moveTo>
                      <a:pt x="0" y="0"/>
                    </a:moveTo>
                    <a:cubicBezTo>
                      <a:pt x="13526" y="1619"/>
                      <a:pt x="21622" y="9142"/>
                      <a:pt x="24289" y="22665"/>
                    </a:cubicBezTo>
                    <a:cubicBezTo>
                      <a:pt x="10478" y="21141"/>
                      <a:pt x="2381" y="13618"/>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87" name="图形 27"/>
            <p:cNvGrpSpPr/>
            <p:nvPr/>
          </p:nvGrpSpPr>
          <p:grpSpPr>
            <a:xfrm>
              <a:off x="4031551" y="6347079"/>
              <a:ext cx="146113" cy="135609"/>
              <a:chOff x="4031551" y="6347079"/>
              <a:chExt cx="146113" cy="135609"/>
            </a:xfrm>
            <a:grpFill/>
          </p:grpSpPr>
          <p:sp>
            <p:nvSpPr>
              <p:cNvPr id="88" name="任意多边形: 形状 87"/>
              <p:cNvSpPr/>
              <p:nvPr/>
            </p:nvSpPr>
            <p:spPr>
              <a:xfrm>
                <a:off x="4031551" y="6347079"/>
                <a:ext cx="2952" cy="2952"/>
              </a:xfrm>
              <a:custGeom>
                <a:avLst/>
                <a:gdLst>
                  <a:gd name="connsiteX0" fmla="*/ 0 w 2952"/>
                  <a:gd name="connsiteY0" fmla="*/ 0 h 2952"/>
                  <a:gd name="connsiteX1" fmla="*/ 1524 w 2952"/>
                  <a:gd name="connsiteY1" fmla="*/ 1429 h 2952"/>
                  <a:gd name="connsiteX2" fmla="*/ 2953 w 2952"/>
                  <a:gd name="connsiteY2" fmla="*/ 2952 h 2952"/>
                  <a:gd name="connsiteX3" fmla="*/ 1429 w 2952"/>
                  <a:gd name="connsiteY3" fmla="*/ 1524 h 2952"/>
                  <a:gd name="connsiteX4" fmla="*/ 0 w 2952"/>
                  <a:gd name="connsiteY4" fmla="*/ 0 h 2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 h="2952">
                    <a:moveTo>
                      <a:pt x="0" y="0"/>
                    </a:moveTo>
                    <a:lnTo>
                      <a:pt x="1524" y="1429"/>
                    </a:lnTo>
                    <a:lnTo>
                      <a:pt x="2953" y="2952"/>
                    </a:lnTo>
                    <a:lnTo>
                      <a:pt x="1429" y="1524"/>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89" name="任意多边形: 形状 88"/>
              <p:cNvSpPr/>
              <p:nvPr/>
            </p:nvSpPr>
            <p:spPr>
              <a:xfrm>
                <a:off x="4174235" y="6480023"/>
                <a:ext cx="3429" cy="2666"/>
              </a:xfrm>
              <a:custGeom>
                <a:avLst/>
                <a:gdLst>
                  <a:gd name="connsiteX0" fmla="*/ 0 w 3429"/>
                  <a:gd name="connsiteY0" fmla="*/ 0 h 2666"/>
                  <a:gd name="connsiteX1" fmla="*/ 1810 w 3429"/>
                  <a:gd name="connsiteY1" fmla="*/ 1238 h 2666"/>
                  <a:gd name="connsiteX2" fmla="*/ 3429 w 3429"/>
                  <a:gd name="connsiteY2" fmla="*/ 2666 h 2666"/>
                  <a:gd name="connsiteX3" fmla="*/ 1524 w 3429"/>
                  <a:gd name="connsiteY3" fmla="*/ 1523 h 2666"/>
                  <a:gd name="connsiteX4" fmla="*/ 0 w 3429"/>
                  <a:gd name="connsiteY4" fmla="*/ 0 h 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 h="2666">
                    <a:moveTo>
                      <a:pt x="0" y="0"/>
                    </a:moveTo>
                    <a:lnTo>
                      <a:pt x="1810" y="1238"/>
                    </a:lnTo>
                    <a:lnTo>
                      <a:pt x="3429" y="2666"/>
                    </a:lnTo>
                    <a:lnTo>
                      <a:pt x="1524" y="1523"/>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90" name="任意多边形: 形状 89"/>
            <p:cNvSpPr/>
            <p:nvPr/>
          </p:nvSpPr>
          <p:spPr>
            <a:xfrm>
              <a:off x="4038218" y="6416408"/>
              <a:ext cx="31531" cy="30759"/>
            </a:xfrm>
            <a:custGeom>
              <a:avLst/>
              <a:gdLst>
                <a:gd name="connsiteX0" fmla="*/ 0 w 31531"/>
                <a:gd name="connsiteY0" fmla="*/ 0 h 30759"/>
                <a:gd name="connsiteX1" fmla="*/ 31528 w 31531"/>
                <a:gd name="connsiteY1" fmla="*/ 30760 h 30759"/>
                <a:gd name="connsiteX2" fmla="*/ 0 w 31531"/>
                <a:gd name="connsiteY2" fmla="*/ 0 h 30759"/>
              </a:gdLst>
              <a:ahLst/>
              <a:cxnLst>
                <a:cxn ang="0">
                  <a:pos x="connsiteX0" y="connsiteY0"/>
                </a:cxn>
                <a:cxn ang="0">
                  <a:pos x="connsiteX1" y="connsiteY1"/>
                </a:cxn>
                <a:cxn ang="0">
                  <a:pos x="connsiteX2" y="connsiteY2"/>
                </a:cxn>
              </a:cxnLst>
              <a:rect l="l" t="t" r="r" b="b"/>
              <a:pathLst>
                <a:path w="31531" h="30759">
                  <a:moveTo>
                    <a:pt x="0" y="0"/>
                  </a:moveTo>
                  <a:cubicBezTo>
                    <a:pt x="15145" y="3428"/>
                    <a:pt x="31813" y="12951"/>
                    <a:pt x="31528" y="30760"/>
                  </a:cubicBezTo>
                  <a:cubicBezTo>
                    <a:pt x="14764" y="28950"/>
                    <a:pt x="2286" y="16380"/>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1" name="任意多边形: 形状 90"/>
            <p:cNvSpPr/>
            <p:nvPr/>
          </p:nvSpPr>
          <p:spPr>
            <a:xfrm>
              <a:off x="4055459" y="6453453"/>
              <a:ext cx="105156" cy="97992"/>
            </a:xfrm>
            <a:custGeom>
              <a:avLst/>
              <a:gdLst>
                <a:gd name="connsiteX0" fmla="*/ 0 w 105156"/>
                <a:gd name="connsiteY0" fmla="*/ 7047 h 97992"/>
                <a:gd name="connsiteX1" fmla="*/ 32861 w 105156"/>
                <a:gd name="connsiteY1" fmla="*/ 0 h 97992"/>
                <a:gd name="connsiteX2" fmla="*/ 48959 w 105156"/>
                <a:gd name="connsiteY2" fmla="*/ 20379 h 97992"/>
                <a:gd name="connsiteX3" fmla="*/ 71342 w 105156"/>
                <a:gd name="connsiteY3" fmla="*/ 43235 h 97992"/>
                <a:gd name="connsiteX4" fmla="*/ 88011 w 105156"/>
                <a:gd name="connsiteY4" fmla="*/ 59043 h 97992"/>
                <a:gd name="connsiteX5" fmla="*/ 105156 w 105156"/>
                <a:gd name="connsiteY5" fmla="*/ 81994 h 97992"/>
                <a:gd name="connsiteX6" fmla="*/ 96869 w 105156"/>
                <a:gd name="connsiteY6" fmla="*/ 97993 h 97992"/>
                <a:gd name="connsiteX7" fmla="*/ 0 w 105156"/>
                <a:gd name="connsiteY7" fmla="*/ 7047 h 97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156" h="97992">
                  <a:moveTo>
                    <a:pt x="0" y="7047"/>
                  </a:moveTo>
                  <a:cubicBezTo>
                    <a:pt x="8287" y="5238"/>
                    <a:pt x="24670" y="1714"/>
                    <a:pt x="32861" y="0"/>
                  </a:cubicBezTo>
                  <a:cubicBezTo>
                    <a:pt x="38291" y="6571"/>
                    <a:pt x="43720" y="13427"/>
                    <a:pt x="48959" y="20379"/>
                  </a:cubicBezTo>
                  <a:cubicBezTo>
                    <a:pt x="49340" y="34854"/>
                    <a:pt x="56864" y="42473"/>
                    <a:pt x="71342" y="43235"/>
                  </a:cubicBezTo>
                  <a:cubicBezTo>
                    <a:pt x="76867" y="48377"/>
                    <a:pt x="82391" y="53615"/>
                    <a:pt x="88011" y="59043"/>
                  </a:cubicBezTo>
                  <a:cubicBezTo>
                    <a:pt x="86963" y="72566"/>
                    <a:pt x="92678" y="80280"/>
                    <a:pt x="105156" y="81994"/>
                  </a:cubicBezTo>
                  <a:cubicBezTo>
                    <a:pt x="103061" y="85994"/>
                    <a:pt x="98965" y="93993"/>
                    <a:pt x="96869" y="97993"/>
                  </a:cubicBezTo>
                  <a:cubicBezTo>
                    <a:pt x="62294" y="70090"/>
                    <a:pt x="32480" y="37140"/>
                    <a:pt x="0" y="704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2" name="任意多边形: 形状 91"/>
            <p:cNvSpPr/>
            <p:nvPr/>
          </p:nvSpPr>
          <p:spPr>
            <a:xfrm>
              <a:off x="4201684" y="6570919"/>
              <a:ext cx="25871" cy="21094"/>
            </a:xfrm>
            <a:custGeom>
              <a:avLst/>
              <a:gdLst>
                <a:gd name="connsiteX0" fmla="*/ 269 w 25871"/>
                <a:gd name="connsiteY0" fmla="*/ 1764 h 21094"/>
                <a:gd name="connsiteX1" fmla="*/ 25605 w 25871"/>
                <a:gd name="connsiteY1" fmla="*/ 19382 h 21094"/>
                <a:gd name="connsiteX2" fmla="*/ 269 w 25871"/>
                <a:gd name="connsiteY2" fmla="*/ 1764 h 21094"/>
              </a:gdLst>
              <a:ahLst/>
              <a:cxnLst>
                <a:cxn ang="0">
                  <a:pos x="connsiteX0" y="connsiteY0"/>
                </a:cxn>
                <a:cxn ang="0">
                  <a:pos x="connsiteX1" y="connsiteY1"/>
                </a:cxn>
                <a:cxn ang="0">
                  <a:pos x="connsiteX2" y="connsiteY2"/>
                </a:cxn>
              </a:cxnLst>
              <a:rect l="l" t="t" r="r" b="b"/>
              <a:pathLst>
                <a:path w="25871" h="21094">
                  <a:moveTo>
                    <a:pt x="269" y="1764"/>
                  </a:moveTo>
                  <a:cubicBezTo>
                    <a:pt x="10270" y="-4616"/>
                    <a:pt x="28272" y="7478"/>
                    <a:pt x="25605" y="19382"/>
                  </a:cubicBezTo>
                  <a:cubicBezTo>
                    <a:pt x="15414" y="25667"/>
                    <a:pt x="-2398" y="13478"/>
                    <a:pt x="269" y="176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3" name="任意多边形: 形状 92"/>
            <p:cNvSpPr/>
            <p:nvPr/>
          </p:nvSpPr>
          <p:spPr>
            <a:xfrm>
              <a:off x="4302823" y="6598967"/>
              <a:ext cx="61817" cy="61329"/>
            </a:xfrm>
            <a:custGeom>
              <a:avLst/>
              <a:gdLst>
                <a:gd name="connsiteX0" fmla="*/ 0 w 61817"/>
                <a:gd name="connsiteY0" fmla="*/ 0 h 61329"/>
                <a:gd name="connsiteX1" fmla="*/ 61817 w 61817"/>
                <a:gd name="connsiteY1" fmla="*/ 61329 h 61329"/>
                <a:gd name="connsiteX2" fmla="*/ 0 w 61817"/>
                <a:gd name="connsiteY2" fmla="*/ 0 h 61329"/>
              </a:gdLst>
              <a:ahLst/>
              <a:cxnLst>
                <a:cxn ang="0">
                  <a:pos x="connsiteX0" y="connsiteY0"/>
                </a:cxn>
                <a:cxn ang="0">
                  <a:pos x="connsiteX1" y="connsiteY1"/>
                </a:cxn>
                <a:cxn ang="0">
                  <a:pos x="connsiteX2" y="connsiteY2"/>
                </a:cxn>
              </a:cxnLst>
              <a:rect l="l" t="t" r="r" b="b"/>
              <a:pathLst>
                <a:path w="61817" h="61329">
                  <a:moveTo>
                    <a:pt x="0" y="0"/>
                  </a:moveTo>
                  <a:cubicBezTo>
                    <a:pt x="28004" y="11619"/>
                    <a:pt x="54007" y="30188"/>
                    <a:pt x="61817" y="61329"/>
                  </a:cubicBezTo>
                  <a:cubicBezTo>
                    <a:pt x="38767" y="43425"/>
                    <a:pt x="18193" y="22760"/>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94" name="图形 27"/>
            <p:cNvGrpSpPr/>
            <p:nvPr/>
          </p:nvGrpSpPr>
          <p:grpSpPr>
            <a:xfrm>
              <a:off x="4493514" y="6790477"/>
              <a:ext cx="68294" cy="66852"/>
              <a:chOff x="4493514" y="6790477"/>
              <a:chExt cx="68294" cy="66852"/>
            </a:xfrm>
            <a:grpFill/>
          </p:grpSpPr>
          <p:sp>
            <p:nvSpPr>
              <p:cNvPr id="95" name="任意多边形: 形状 94"/>
              <p:cNvSpPr/>
              <p:nvPr/>
            </p:nvSpPr>
            <p:spPr>
              <a:xfrm>
                <a:off x="4493514" y="6790477"/>
                <a:ext cx="23431" cy="22475"/>
              </a:xfrm>
              <a:custGeom>
                <a:avLst/>
                <a:gdLst>
                  <a:gd name="connsiteX0" fmla="*/ 0 w 23431"/>
                  <a:gd name="connsiteY0" fmla="*/ 0 h 22475"/>
                  <a:gd name="connsiteX1" fmla="*/ 23431 w 23431"/>
                  <a:gd name="connsiteY1" fmla="*/ 22475 h 22475"/>
                  <a:gd name="connsiteX2" fmla="*/ 0 w 23431"/>
                  <a:gd name="connsiteY2" fmla="*/ 0 h 22475"/>
                </a:gdLst>
                <a:ahLst/>
                <a:cxnLst>
                  <a:cxn ang="0">
                    <a:pos x="connsiteX0" y="connsiteY0"/>
                  </a:cxn>
                  <a:cxn ang="0">
                    <a:pos x="connsiteX1" y="connsiteY1"/>
                  </a:cxn>
                  <a:cxn ang="0">
                    <a:pos x="connsiteX2" y="connsiteY2"/>
                  </a:cxn>
                </a:cxnLst>
                <a:rect l="l" t="t" r="r" b="b"/>
                <a:pathLst>
                  <a:path w="23431" h="22475">
                    <a:moveTo>
                      <a:pt x="0" y="0"/>
                    </a:moveTo>
                    <a:cubicBezTo>
                      <a:pt x="14192" y="667"/>
                      <a:pt x="22003" y="8095"/>
                      <a:pt x="23431" y="22475"/>
                    </a:cubicBezTo>
                    <a:cubicBezTo>
                      <a:pt x="10477" y="20189"/>
                      <a:pt x="2667" y="12761"/>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6" name="任意多边形: 形状 95"/>
              <p:cNvSpPr/>
              <p:nvPr/>
            </p:nvSpPr>
            <p:spPr>
              <a:xfrm>
                <a:off x="4522565" y="6819332"/>
                <a:ext cx="39242" cy="37997"/>
              </a:xfrm>
              <a:custGeom>
                <a:avLst/>
                <a:gdLst>
                  <a:gd name="connsiteX0" fmla="*/ 0 w 39242"/>
                  <a:gd name="connsiteY0" fmla="*/ 0 h 37997"/>
                  <a:gd name="connsiteX1" fmla="*/ 39243 w 39242"/>
                  <a:gd name="connsiteY1" fmla="*/ 37997 h 37997"/>
                  <a:gd name="connsiteX2" fmla="*/ 26670 w 39242"/>
                  <a:gd name="connsiteY2" fmla="*/ 37997 h 37997"/>
                  <a:gd name="connsiteX3" fmla="*/ 0 w 39242"/>
                  <a:gd name="connsiteY3" fmla="*/ 0 h 37997"/>
                </a:gdLst>
                <a:ahLst/>
                <a:cxnLst>
                  <a:cxn ang="0">
                    <a:pos x="connsiteX0" y="connsiteY0"/>
                  </a:cxn>
                  <a:cxn ang="0">
                    <a:pos x="connsiteX1" y="connsiteY1"/>
                  </a:cxn>
                  <a:cxn ang="0">
                    <a:pos x="connsiteX2" y="connsiteY2"/>
                  </a:cxn>
                  <a:cxn ang="0">
                    <a:pos x="connsiteX3" y="connsiteY3"/>
                  </a:cxn>
                </a:cxnLst>
                <a:rect l="l" t="t" r="r" b="b"/>
                <a:pathLst>
                  <a:path w="39242" h="37997">
                    <a:moveTo>
                      <a:pt x="0" y="0"/>
                    </a:moveTo>
                    <a:cubicBezTo>
                      <a:pt x="19145" y="5142"/>
                      <a:pt x="33338" y="19046"/>
                      <a:pt x="39243" y="37997"/>
                    </a:cubicBezTo>
                    <a:lnTo>
                      <a:pt x="26670" y="37997"/>
                    </a:lnTo>
                    <a:cubicBezTo>
                      <a:pt x="11335" y="30760"/>
                      <a:pt x="5239" y="14665"/>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sp>
        <p:nvSpPr>
          <p:cNvPr id="106" name="任意多边形: 形状 105"/>
          <p:cNvSpPr/>
          <p:nvPr/>
        </p:nvSpPr>
        <p:spPr>
          <a:xfrm>
            <a:off x="9610748" y="317408"/>
            <a:ext cx="2581251" cy="2001763"/>
          </a:xfrm>
          <a:custGeom>
            <a:avLst/>
            <a:gdLst>
              <a:gd name="connsiteX0" fmla="*/ 1878776 w 2581251"/>
              <a:gd name="connsiteY0" fmla="*/ 1920103 h 2001763"/>
              <a:gd name="connsiteX1" fmla="*/ 1876057 w 2581251"/>
              <a:gd name="connsiteY1" fmla="*/ 1922156 h 2001763"/>
              <a:gd name="connsiteX2" fmla="*/ 1878135 w 2581251"/>
              <a:gd name="connsiteY2" fmla="*/ 1921963 h 2001763"/>
              <a:gd name="connsiteX3" fmla="*/ 1882197 w 2581251"/>
              <a:gd name="connsiteY3" fmla="*/ 1910180 h 2001763"/>
              <a:gd name="connsiteX4" fmla="*/ 1870115 w 2581251"/>
              <a:gd name="connsiteY4" fmla="*/ 1911961 h 2001763"/>
              <a:gd name="connsiteX5" fmla="*/ 1873026 w 2581251"/>
              <a:gd name="connsiteY5" fmla="*/ 1922437 h 2001763"/>
              <a:gd name="connsiteX6" fmla="*/ 1874280 w 2581251"/>
              <a:gd name="connsiteY6" fmla="*/ 1922321 h 2001763"/>
              <a:gd name="connsiteX7" fmla="*/ 1870115 w 2581251"/>
              <a:gd name="connsiteY7" fmla="*/ 1911961 h 2001763"/>
              <a:gd name="connsiteX8" fmla="*/ 1882197 w 2581251"/>
              <a:gd name="connsiteY8" fmla="*/ 1910180 h 2001763"/>
              <a:gd name="connsiteX9" fmla="*/ 1749052 w 2581251"/>
              <a:gd name="connsiteY9" fmla="*/ 1879201 h 2001763"/>
              <a:gd name="connsiteX10" fmla="*/ 1856685 w 2581251"/>
              <a:gd name="connsiteY10" fmla="*/ 1947006 h 2001763"/>
              <a:gd name="connsiteX11" fmla="*/ 1749052 w 2581251"/>
              <a:gd name="connsiteY11" fmla="*/ 1879201 h 2001763"/>
              <a:gd name="connsiteX12" fmla="*/ 1795153 w 2581251"/>
              <a:gd name="connsiteY12" fmla="*/ 1875678 h 2001763"/>
              <a:gd name="connsiteX13" fmla="*/ 1834111 w 2581251"/>
              <a:gd name="connsiteY13" fmla="*/ 1901390 h 2001763"/>
              <a:gd name="connsiteX14" fmla="*/ 1795153 w 2581251"/>
              <a:gd name="connsiteY14" fmla="*/ 1875678 h 2001763"/>
              <a:gd name="connsiteX15" fmla="*/ 1818870 w 2581251"/>
              <a:gd name="connsiteY15" fmla="*/ 699475 h 2001763"/>
              <a:gd name="connsiteX16" fmla="*/ 1866400 w 2581251"/>
              <a:gd name="connsiteY16" fmla="*/ 778231 h 2001763"/>
              <a:gd name="connsiteX17" fmla="*/ 1818870 w 2581251"/>
              <a:gd name="connsiteY17" fmla="*/ 699475 h 2001763"/>
              <a:gd name="connsiteX18" fmla="*/ 1727335 w 2581251"/>
              <a:gd name="connsiteY18" fmla="*/ 662525 h 2001763"/>
              <a:gd name="connsiteX19" fmla="*/ 1824680 w 2581251"/>
              <a:gd name="connsiteY19" fmla="*/ 735186 h 2001763"/>
              <a:gd name="connsiteX20" fmla="*/ 1727335 w 2581251"/>
              <a:gd name="connsiteY20" fmla="*/ 662525 h 2001763"/>
              <a:gd name="connsiteX21" fmla="*/ 103799 w 2581251"/>
              <a:gd name="connsiteY21" fmla="*/ 638336 h 2001763"/>
              <a:gd name="connsiteX22" fmla="*/ 228004 w 2581251"/>
              <a:gd name="connsiteY22" fmla="*/ 705379 h 2001763"/>
              <a:gd name="connsiteX23" fmla="*/ 103799 w 2581251"/>
              <a:gd name="connsiteY23" fmla="*/ 638336 h 2001763"/>
              <a:gd name="connsiteX24" fmla="*/ 1721811 w 2581251"/>
              <a:gd name="connsiteY24" fmla="*/ 625575 h 2001763"/>
              <a:gd name="connsiteX25" fmla="*/ 1808583 w 2581251"/>
              <a:gd name="connsiteY25" fmla="*/ 670620 h 2001763"/>
              <a:gd name="connsiteX26" fmla="*/ 1721811 w 2581251"/>
              <a:gd name="connsiteY26" fmla="*/ 625575 h 2001763"/>
              <a:gd name="connsiteX27" fmla="*/ 40267 w 2581251"/>
              <a:gd name="connsiteY27" fmla="*/ 462158 h 2001763"/>
              <a:gd name="connsiteX28" fmla="*/ 144947 w 2581251"/>
              <a:gd name="connsiteY28" fmla="*/ 621861 h 2001763"/>
              <a:gd name="connsiteX29" fmla="*/ 315826 w 2581251"/>
              <a:gd name="connsiteY29" fmla="*/ 683095 h 2001763"/>
              <a:gd name="connsiteX30" fmla="*/ 256579 w 2581251"/>
              <a:gd name="connsiteY30" fmla="*/ 652716 h 2001763"/>
              <a:gd name="connsiteX31" fmla="*/ 118372 w 2581251"/>
              <a:gd name="connsiteY31" fmla="*/ 552342 h 2001763"/>
              <a:gd name="connsiteX32" fmla="*/ 172474 w 2581251"/>
              <a:gd name="connsiteY32" fmla="*/ 605672 h 2001763"/>
              <a:gd name="connsiteX33" fmla="*/ 297347 w 2581251"/>
              <a:gd name="connsiteY33" fmla="*/ 662525 h 2001763"/>
              <a:gd name="connsiteX34" fmla="*/ 419553 w 2581251"/>
              <a:gd name="connsiteY34" fmla="*/ 659192 h 2001763"/>
              <a:gd name="connsiteX35" fmla="*/ 773121 w 2581251"/>
              <a:gd name="connsiteY35" fmla="*/ 612814 h 2001763"/>
              <a:gd name="connsiteX36" fmla="*/ 1629894 w 2581251"/>
              <a:gd name="connsiteY36" fmla="*/ 569674 h 2001763"/>
              <a:gd name="connsiteX37" fmla="*/ 1788390 w 2581251"/>
              <a:gd name="connsiteY37" fmla="*/ 618814 h 2001763"/>
              <a:gd name="connsiteX38" fmla="*/ 1880116 w 2581251"/>
              <a:gd name="connsiteY38" fmla="*/ 697189 h 2001763"/>
              <a:gd name="connsiteX39" fmla="*/ 1901452 w 2581251"/>
              <a:gd name="connsiteY39" fmla="*/ 752804 h 2001763"/>
              <a:gd name="connsiteX40" fmla="*/ 1821919 w 2581251"/>
              <a:gd name="connsiteY40" fmla="*/ 657763 h 2001763"/>
              <a:gd name="connsiteX41" fmla="*/ 1822014 w 2581251"/>
              <a:gd name="connsiteY41" fmla="*/ 657478 h 2001763"/>
              <a:gd name="connsiteX42" fmla="*/ 1821537 w 2581251"/>
              <a:gd name="connsiteY42" fmla="*/ 657192 h 2001763"/>
              <a:gd name="connsiteX43" fmla="*/ 1821919 w 2581251"/>
              <a:gd name="connsiteY43" fmla="*/ 657763 h 2001763"/>
              <a:gd name="connsiteX44" fmla="*/ 1908024 w 2581251"/>
              <a:gd name="connsiteY44" fmla="*/ 793373 h 2001763"/>
              <a:gd name="connsiteX45" fmla="*/ 1911548 w 2581251"/>
              <a:gd name="connsiteY45" fmla="*/ 941743 h 2001763"/>
              <a:gd name="connsiteX46" fmla="*/ 1826872 w 2581251"/>
              <a:gd name="connsiteY46" fmla="*/ 1242389 h 2001763"/>
              <a:gd name="connsiteX47" fmla="*/ 1725430 w 2581251"/>
              <a:gd name="connsiteY47" fmla="*/ 1606363 h 2001763"/>
              <a:gd name="connsiteX48" fmla="*/ 1775437 w 2581251"/>
              <a:gd name="connsiteY48" fmla="*/ 1806730 h 2001763"/>
              <a:gd name="connsiteX49" fmla="*/ 1743718 w 2581251"/>
              <a:gd name="connsiteY49" fmla="*/ 1800921 h 2001763"/>
              <a:gd name="connsiteX50" fmla="*/ 1808297 w 2581251"/>
              <a:gd name="connsiteY50" fmla="*/ 1867012 h 2001763"/>
              <a:gd name="connsiteX51" fmla="*/ 1794105 w 2581251"/>
              <a:gd name="connsiteY51" fmla="*/ 1831490 h 2001763"/>
              <a:gd name="connsiteX52" fmla="*/ 1912786 w 2581251"/>
              <a:gd name="connsiteY52" fmla="*/ 1895295 h 2001763"/>
              <a:gd name="connsiteX53" fmla="*/ 2314933 w 2581251"/>
              <a:gd name="connsiteY53" fmla="*/ 1892058 h 2001763"/>
              <a:gd name="connsiteX54" fmla="*/ 2581251 w 2581251"/>
              <a:gd name="connsiteY54" fmla="*/ 1830443 h 2001763"/>
              <a:gd name="connsiteX55" fmla="*/ 2581251 w 2581251"/>
              <a:gd name="connsiteY55" fmla="*/ 1914818 h 2001763"/>
              <a:gd name="connsiteX56" fmla="*/ 1952983 w 2581251"/>
              <a:gd name="connsiteY56" fmla="*/ 1992622 h 2001763"/>
              <a:gd name="connsiteX57" fmla="*/ 1710952 w 2581251"/>
              <a:gd name="connsiteY57" fmla="*/ 1865202 h 2001763"/>
              <a:gd name="connsiteX58" fmla="*/ 1694854 w 2581251"/>
              <a:gd name="connsiteY58" fmla="*/ 1843871 h 2001763"/>
              <a:gd name="connsiteX59" fmla="*/ 1701332 w 2581251"/>
              <a:gd name="connsiteY59" fmla="*/ 1815206 h 2001763"/>
              <a:gd name="connsiteX60" fmla="*/ 1712476 w 2581251"/>
              <a:gd name="connsiteY60" fmla="*/ 1829491 h 2001763"/>
              <a:gd name="connsiteX61" fmla="*/ 1717048 w 2581251"/>
              <a:gd name="connsiteY61" fmla="*/ 1853870 h 2001763"/>
              <a:gd name="connsiteX62" fmla="*/ 1745718 w 2581251"/>
              <a:gd name="connsiteY62" fmla="*/ 1854822 h 2001763"/>
              <a:gd name="connsiteX63" fmla="*/ 1750576 w 2581251"/>
              <a:gd name="connsiteY63" fmla="*/ 1855108 h 2001763"/>
              <a:gd name="connsiteX64" fmla="*/ 1703618 w 2581251"/>
              <a:gd name="connsiteY64" fmla="*/ 1772733 h 2001763"/>
              <a:gd name="connsiteX65" fmla="*/ 1745719 w 2581251"/>
              <a:gd name="connsiteY65" fmla="*/ 1854822 h 2001763"/>
              <a:gd name="connsiteX66" fmla="*/ 1717048 w 2581251"/>
              <a:gd name="connsiteY66" fmla="*/ 1853870 h 2001763"/>
              <a:gd name="connsiteX67" fmla="*/ 1712476 w 2581251"/>
              <a:gd name="connsiteY67" fmla="*/ 1829490 h 2001763"/>
              <a:gd name="connsiteX68" fmla="*/ 1701332 w 2581251"/>
              <a:gd name="connsiteY68" fmla="*/ 1815206 h 2001763"/>
              <a:gd name="connsiteX69" fmla="*/ 1663898 w 2581251"/>
              <a:gd name="connsiteY69" fmla="*/ 1579794 h 2001763"/>
              <a:gd name="connsiteX70" fmla="*/ 1827157 w 2581251"/>
              <a:gd name="connsiteY70" fmla="*/ 1033356 h 2001763"/>
              <a:gd name="connsiteX71" fmla="*/ 1834016 w 2581251"/>
              <a:gd name="connsiteY71" fmla="*/ 764232 h 2001763"/>
              <a:gd name="connsiteX72" fmla="*/ 1691711 w 2581251"/>
              <a:gd name="connsiteY72" fmla="*/ 669953 h 2001763"/>
              <a:gd name="connsiteX73" fmla="*/ 1314617 w 2581251"/>
              <a:gd name="connsiteY73" fmla="*/ 635384 h 2001763"/>
              <a:gd name="connsiteX74" fmla="*/ 553188 w 2581251"/>
              <a:gd name="connsiteY74" fmla="*/ 716807 h 2001763"/>
              <a:gd name="connsiteX75" fmla="*/ 236672 w 2581251"/>
              <a:gd name="connsiteY75" fmla="*/ 689571 h 2001763"/>
              <a:gd name="connsiteX76" fmla="*/ 107133 w 2581251"/>
              <a:gd name="connsiteY76" fmla="*/ 605100 h 2001763"/>
              <a:gd name="connsiteX77" fmla="*/ 76462 w 2581251"/>
              <a:gd name="connsiteY77" fmla="*/ 588625 h 2001763"/>
              <a:gd name="connsiteX78" fmla="*/ 19217 w 2581251"/>
              <a:gd name="connsiteY78" fmla="*/ 480633 h 2001763"/>
              <a:gd name="connsiteX79" fmla="*/ 107990 w 2581251"/>
              <a:gd name="connsiteY79" fmla="*/ 603577 h 2001763"/>
              <a:gd name="connsiteX80" fmla="*/ 40267 w 2581251"/>
              <a:gd name="connsiteY80" fmla="*/ 462158 h 2001763"/>
              <a:gd name="connsiteX81" fmla="*/ 131231 w 2581251"/>
              <a:gd name="connsiteY81" fmla="*/ 0 h 2001763"/>
              <a:gd name="connsiteX82" fmla="*/ 110657 w 2581251"/>
              <a:gd name="connsiteY82" fmla="*/ 51615 h 2001763"/>
              <a:gd name="connsiteX83" fmla="*/ 35315 w 2581251"/>
              <a:gd name="connsiteY83" fmla="*/ 307597 h 2001763"/>
              <a:gd name="connsiteX84" fmla="*/ 30960 w 2581251"/>
              <a:gd name="connsiteY84" fmla="*/ 292184 h 2001763"/>
              <a:gd name="connsiteX85" fmla="*/ 30885 w 2581251"/>
              <a:gd name="connsiteY85" fmla="*/ 291920 h 2001763"/>
              <a:gd name="connsiteX86" fmla="*/ 27100 w 2581251"/>
              <a:gd name="connsiteY86" fmla="*/ 278461 h 2001763"/>
              <a:gd name="connsiteX87" fmla="*/ 30885 w 2581251"/>
              <a:gd name="connsiteY87" fmla="*/ 291920 h 2001763"/>
              <a:gd name="connsiteX88" fmla="*/ 30960 w 2581251"/>
              <a:gd name="connsiteY88" fmla="*/ 292184 h 2001763"/>
              <a:gd name="connsiteX89" fmla="*/ 35314 w 2581251"/>
              <a:gd name="connsiteY89" fmla="*/ 307597 h 2001763"/>
              <a:gd name="connsiteX90" fmla="*/ 39028 w 2581251"/>
              <a:gd name="connsiteY90" fmla="*/ 332453 h 2001763"/>
              <a:gd name="connsiteX91" fmla="*/ 20360 w 2581251"/>
              <a:gd name="connsiteY91" fmla="*/ 311502 h 2001763"/>
              <a:gd name="connsiteX92" fmla="*/ 28075 w 2581251"/>
              <a:gd name="connsiteY92" fmla="*/ 450921 h 2001763"/>
              <a:gd name="connsiteX93" fmla="*/ 3786 w 2581251"/>
              <a:gd name="connsiteY93" fmla="*/ 375116 h 2001763"/>
              <a:gd name="connsiteX94" fmla="*/ 8168 w 2581251"/>
              <a:gd name="connsiteY94" fmla="*/ 303598 h 2001763"/>
              <a:gd name="connsiteX95" fmla="*/ 27742 w 2581251"/>
              <a:gd name="connsiteY95" fmla="*/ 210616 h 2001763"/>
              <a:gd name="connsiteX96" fmla="*/ 56460 w 2581251"/>
              <a:gd name="connsiteY96" fmla="*/ 119992 h 2001763"/>
              <a:gd name="connsiteX97" fmla="*/ 105514 w 2581251"/>
              <a:gd name="connsiteY97" fmla="*/ 15618 h 2001763"/>
              <a:gd name="connsiteX98" fmla="*/ 131231 w 2581251"/>
              <a:gd name="connsiteY98" fmla="*/ 0 h 200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2581251" h="2001763">
                <a:moveTo>
                  <a:pt x="1878776" y="1920103"/>
                </a:moveTo>
                <a:lnTo>
                  <a:pt x="1876057" y="1922156"/>
                </a:lnTo>
                <a:lnTo>
                  <a:pt x="1878135" y="1921963"/>
                </a:lnTo>
                <a:close/>
                <a:moveTo>
                  <a:pt x="1882197" y="1910180"/>
                </a:moveTo>
                <a:cubicBezTo>
                  <a:pt x="1880771" y="1908402"/>
                  <a:pt x="1877163" y="1908271"/>
                  <a:pt x="1870115" y="1911961"/>
                </a:cubicBezTo>
                <a:cubicBezTo>
                  <a:pt x="1870365" y="1917889"/>
                  <a:pt x="1871512" y="1921075"/>
                  <a:pt x="1873026" y="1922437"/>
                </a:cubicBezTo>
                <a:lnTo>
                  <a:pt x="1874280" y="1922321"/>
                </a:lnTo>
                <a:lnTo>
                  <a:pt x="1870115" y="1911961"/>
                </a:lnTo>
                <a:lnTo>
                  <a:pt x="1882197" y="1910180"/>
                </a:lnTo>
                <a:close/>
                <a:moveTo>
                  <a:pt x="1749052" y="1879201"/>
                </a:moveTo>
                <a:cubicBezTo>
                  <a:pt x="1774580" y="1914247"/>
                  <a:pt x="1814394" y="1938150"/>
                  <a:pt x="1856685" y="1947006"/>
                </a:cubicBezTo>
                <a:cubicBezTo>
                  <a:pt x="1821442" y="1923293"/>
                  <a:pt x="1784962" y="1901771"/>
                  <a:pt x="1749052" y="1879201"/>
                </a:cubicBezTo>
                <a:close/>
                <a:moveTo>
                  <a:pt x="1795153" y="1875678"/>
                </a:moveTo>
                <a:cubicBezTo>
                  <a:pt x="1792581" y="1893296"/>
                  <a:pt x="1818965" y="1906818"/>
                  <a:pt x="1834111" y="1901390"/>
                </a:cubicBezTo>
                <a:cubicBezTo>
                  <a:pt x="1818966" y="1906818"/>
                  <a:pt x="1792581" y="1893296"/>
                  <a:pt x="1795153" y="1875678"/>
                </a:cubicBezTo>
                <a:close/>
                <a:moveTo>
                  <a:pt x="1818870" y="699475"/>
                </a:moveTo>
                <a:cubicBezTo>
                  <a:pt x="1834873" y="725568"/>
                  <a:pt x="1850684" y="751852"/>
                  <a:pt x="1866400" y="778231"/>
                </a:cubicBezTo>
                <a:cubicBezTo>
                  <a:pt x="1862019" y="747090"/>
                  <a:pt x="1846969" y="715759"/>
                  <a:pt x="1818870" y="699475"/>
                </a:cubicBezTo>
                <a:close/>
                <a:moveTo>
                  <a:pt x="1727335" y="662525"/>
                </a:moveTo>
                <a:cubicBezTo>
                  <a:pt x="1759148" y="687571"/>
                  <a:pt x="1795725" y="706141"/>
                  <a:pt x="1824680" y="735186"/>
                </a:cubicBezTo>
                <a:cubicBezTo>
                  <a:pt x="1809917" y="694142"/>
                  <a:pt x="1767055" y="672619"/>
                  <a:pt x="1727335" y="662525"/>
                </a:cubicBezTo>
                <a:close/>
                <a:moveTo>
                  <a:pt x="103799" y="638336"/>
                </a:moveTo>
                <a:cubicBezTo>
                  <a:pt x="140946" y="668334"/>
                  <a:pt x="187238" y="681476"/>
                  <a:pt x="228004" y="705379"/>
                </a:cubicBezTo>
                <a:cubicBezTo>
                  <a:pt x="182571" y="693856"/>
                  <a:pt x="133136" y="676905"/>
                  <a:pt x="103799" y="638336"/>
                </a:cubicBezTo>
                <a:close/>
                <a:moveTo>
                  <a:pt x="1721811" y="625575"/>
                </a:moveTo>
                <a:cubicBezTo>
                  <a:pt x="1749434" y="642812"/>
                  <a:pt x="1777818" y="659287"/>
                  <a:pt x="1808583" y="670620"/>
                </a:cubicBezTo>
                <a:cubicBezTo>
                  <a:pt x="1785057" y="647574"/>
                  <a:pt x="1755434" y="627765"/>
                  <a:pt x="1721811" y="625575"/>
                </a:cubicBezTo>
                <a:close/>
                <a:moveTo>
                  <a:pt x="40267" y="462158"/>
                </a:moveTo>
                <a:cubicBezTo>
                  <a:pt x="68747" y="519392"/>
                  <a:pt x="107133" y="570627"/>
                  <a:pt x="144947" y="621861"/>
                </a:cubicBezTo>
                <a:cubicBezTo>
                  <a:pt x="193048" y="659668"/>
                  <a:pt x="255056" y="678905"/>
                  <a:pt x="315826" y="683095"/>
                </a:cubicBezTo>
                <a:cubicBezTo>
                  <a:pt x="298205" y="669096"/>
                  <a:pt x="278297" y="658620"/>
                  <a:pt x="256579" y="652716"/>
                </a:cubicBezTo>
                <a:cubicBezTo>
                  <a:pt x="200478" y="636717"/>
                  <a:pt x="152376" y="599101"/>
                  <a:pt x="118372" y="552342"/>
                </a:cubicBezTo>
                <a:cubicBezTo>
                  <a:pt x="139518" y="566722"/>
                  <a:pt x="157139" y="585387"/>
                  <a:pt x="172474" y="605672"/>
                </a:cubicBezTo>
                <a:cubicBezTo>
                  <a:pt x="213432" y="626051"/>
                  <a:pt x="256485" y="641764"/>
                  <a:pt x="297347" y="662525"/>
                </a:cubicBezTo>
                <a:cubicBezTo>
                  <a:pt x="336685" y="681476"/>
                  <a:pt x="379072" y="662525"/>
                  <a:pt x="419553" y="659192"/>
                </a:cubicBezTo>
                <a:cubicBezTo>
                  <a:pt x="538043" y="649097"/>
                  <a:pt x="655677" y="630908"/>
                  <a:pt x="773121" y="612814"/>
                </a:cubicBezTo>
                <a:cubicBezTo>
                  <a:pt x="1055918" y="568627"/>
                  <a:pt x="1344335" y="527487"/>
                  <a:pt x="1629894" y="569674"/>
                </a:cubicBezTo>
                <a:cubicBezTo>
                  <a:pt x="1685140" y="577483"/>
                  <a:pt x="1736098" y="600910"/>
                  <a:pt x="1788390" y="618814"/>
                </a:cubicBezTo>
                <a:cubicBezTo>
                  <a:pt x="1827347" y="632717"/>
                  <a:pt x="1854304" y="666525"/>
                  <a:pt x="1880116" y="697189"/>
                </a:cubicBezTo>
                <a:cubicBezTo>
                  <a:pt x="1894308" y="712521"/>
                  <a:pt x="1899833" y="732520"/>
                  <a:pt x="1901452" y="752804"/>
                </a:cubicBezTo>
                <a:cubicBezTo>
                  <a:pt x="1877926" y="718807"/>
                  <a:pt x="1861352" y="676905"/>
                  <a:pt x="1821919" y="657763"/>
                </a:cubicBezTo>
                <a:lnTo>
                  <a:pt x="1822014" y="657478"/>
                </a:lnTo>
                <a:lnTo>
                  <a:pt x="1821537" y="657192"/>
                </a:lnTo>
                <a:cubicBezTo>
                  <a:pt x="1821633" y="657382"/>
                  <a:pt x="1821823" y="657668"/>
                  <a:pt x="1821919" y="657763"/>
                </a:cubicBezTo>
                <a:cubicBezTo>
                  <a:pt x="1848493" y="704331"/>
                  <a:pt x="1885165" y="744614"/>
                  <a:pt x="1908024" y="793373"/>
                </a:cubicBezTo>
                <a:cubicBezTo>
                  <a:pt x="1931456" y="839655"/>
                  <a:pt x="1917455" y="892985"/>
                  <a:pt x="1911548" y="941743"/>
                </a:cubicBezTo>
                <a:cubicBezTo>
                  <a:pt x="1893642" y="1044498"/>
                  <a:pt x="1859828" y="1143634"/>
                  <a:pt x="1826872" y="1242389"/>
                </a:cubicBezTo>
                <a:cubicBezTo>
                  <a:pt x="1783247" y="1360476"/>
                  <a:pt x="1738289" y="1480182"/>
                  <a:pt x="1725430" y="1606363"/>
                </a:cubicBezTo>
                <a:cubicBezTo>
                  <a:pt x="1723715" y="1675406"/>
                  <a:pt x="1731717" y="1750258"/>
                  <a:pt x="1775437" y="1806730"/>
                </a:cubicBezTo>
                <a:lnTo>
                  <a:pt x="1743718" y="1800921"/>
                </a:lnTo>
                <a:cubicBezTo>
                  <a:pt x="1760958" y="1826729"/>
                  <a:pt x="1783247" y="1848727"/>
                  <a:pt x="1808297" y="1867012"/>
                </a:cubicBezTo>
                <a:cubicBezTo>
                  <a:pt x="1804773" y="1858060"/>
                  <a:pt x="1797725" y="1840347"/>
                  <a:pt x="1794105" y="1831490"/>
                </a:cubicBezTo>
                <a:cubicBezTo>
                  <a:pt x="1831348" y="1856346"/>
                  <a:pt x="1868019" y="1885201"/>
                  <a:pt x="1912786" y="1895295"/>
                </a:cubicBezTo>
                <a:cubicBezTo>
                  <a:pt x="2044613" y="1927388"/>
                  <a:pt x="2183106" y="1920913"/>
                  <a:pt x="2314933" y="1892058"/>
                </a:cubicBezTo>
                <a:cubicBezTo>
                  <a:pt x="2405611" y="1880154"/>
                  <a:pt x="2492098" y="1849489"/>
                  <a:pt x="2581251" y="1830443"/>
                </a:cubicBezTo>
                <a:lnTo>
                  <a:pt x="2581251" y="1914818"/>
                </a:lnTo>
                <a:cubicBezTo>
                  <a:pt x="2377036" y="1967862"/>
                  <a:pt x="2165485" y="2024239"/>
                  <a:pt x="1952983" y="1992622"/>
                </a:cubicBezTo>
                <a:cubicBezTo>
                  <a:pt x="1859923" y="1983575"/>
                  <a:pt x="1770960" y="1936721"/>
                  <a:pt x="1710952" y="1865202"/>
                </a:cubicBezTo>
                <a:cubicBezTo>
                  <a:pt x="1705332" y="1858155"/>
                  <a:pt x="1699998" y="1851013"/>
                  <a:pt x="1694854" y="1843871"/>
                </a:cubicBezTo>
                <a:cubicBezTo>
                  <a:pt x="1696474" y="1836728"/>
                  <a:pt x="1699712" y="1822348"/>
                  <a:pt x="1701332" y="1815206"/>
                </a:cubicBezTo>
                <a:cubicBezTo>
                  <a:pt x="1704094" y="1818730"/>
                  <a:pt x="1709714" y="1825872"/>
                  <a:pt x="1712476" y="1829491"/>
                </a:cubicBezTo>
                <a:cubicBezTo>
                  <a:pt x="1713619" y="1835586"/>
                  <a:pt x="1715905" y="1847775"/>
                  <a:pt x="1717048" y="1853870"/>
                </a:cubicBezTo>
                <a:cubicBezTo>
                  <a:pt x="1724192" y="1854060"/>
                  <a:pt x="1738575" y="1854537"/>
                  <a:pt x="1745718" y="1854822"/>
                </a:cubicBezTo>
                <a:lnTo>
                  <a:pt x="1750576" y="1855108"/>
                </a:lnTo>
                <a:cubicBezTo>
                  <a:pt x="1741336" y="1824539"/>
                  <a:pt x="1722858" y="1797778"/>
                  <a:pt x="1703618" y="1772733"/>
                </a:cubicBezTo>
                <a:cubicBezTo>
                  <a:pt x="1712952" y="1802159"/>
                  <a:pt x="1726764" y="1830252"/>
                  <a:pt x="1745719" y="1854822"/>
                </a:cubicBezTo>
                <a:cubicBezTo>
                  <a:pt x="1738575" y="1854536"/>
                  <a:pt x="1724192" y="1854060"/>
                  <a:pt x="1717048" y="1853870"/>
                </a:cubicBezTo>
                <a:cubicBezTo>
                  <a:pt x="1715905" y="1847775"/>
                  <a:pt x="1713619" y="1835585"/>
                  <a:pt x="1712476" y="1829490"/>
                </a:cubicBezTo>
                <a:cubicBezTo>
                  <a:pt x="1709714" y="1825872"/>
                  <a:pt x="1704094" y="1818729"/>
                  <a:pt x="1701332" y="1815206"/>
                </a:cubicBezTo>
                <a:cubicBezTo>
                  <a:pt x="1652850" y="1747115"/>
                  <a:pt x="1660374" y="1658836"/>
                  <a:pt x="1663898" y="1579794"/>
                </a:cubicBezTo>
                <a:cubicBezTo>
                  <a:pt x="1684092" y="1388760"/>
                  <a:pt x="1780199" y="1217724"/>
                  <a:pt x="1827157" y="1033356"/>
                </a:cubicBezTo>
                <a:cubicBezTo>
                  <a:pt x="1851065" y="946791"/>
                  <a:pt x="1871448" y="849940"/>
                  <a:pt x="1834016" y="764232"/>
                </a:cubicBezTo>
                <a:cubicBezTo>
                  <a:pt x="1794487" y="722806"/>
                  <a:pt x="1748005" y="685285"/>
                  <a:pt x="1691711" y="669953"/>
                </a:cubicBezTo>
                <a:cubicBezTo>
                  <a:pt x="1569506" y="634336"/>
                  <a:pt x="1440728" y="634908"/>
                  <a:pt x="1314617" y="635384"/>
                </a:cubicBezTo>
                <a:cubicBezTo>
                  <a:pt x="1058776" y="639574"/>
                  <a:pt x="807220" y="691856"/>
                  <a:pt x="553188" y="716807"/>
                </a:cubicBezTo>
                <a:cubicBezTo>
                  <a:pt x="447937" y="724711"/>
                  <a:pt x="333637" y="742138"/>
                  <a:pt x="236672" y="689571"/>
                </a:cubicBezTo>
                <a:cubicBezTo>
                  <a:pt x="187429" y="671286"/>
                  <a:pt x="145709" y="639860"/>
                  <a:pt x="107133" y="605100"/>
                </a:cubicBezTo>
                <a:cubicBezTo>
                  <a:pt x="95988" y="601196"/>
                  <a:pt x="83606" y="598720"/>
                  <a:pt x="76462" y="588625"/>
                </a:cubicBezTo>
                <a:cubicBezTo>
                  <a:pt x="48935" y="558056"/>
                  <a:pt x="25027" y="522249"/>
                  <a:pt x="19217" y="480633"/>
                </a:cubicBezTo>
                <a:cubicBezTo>
                  <a:pt x="44839" y="524058"/>
                  <a:pt x="60460" y="578150"/>
                  <a:pt x="107990" y="603577"/>
                </a:cubicBezTo>
                <a:cubicBezTo>
                  <a:pt x="86463" y="556247"/>
                  <a:pt x="43886" y="516345"/>
                  <a:pt x="40267" y="462158"/>
                </a:cubicBezTo>
                <a:close/>
                <a:moveTo>
                  <a:pt x="131231" y="0"/>
                </a:moveTo>
                <a:cubicBezTo>
                  <a:pt x="127040" y="18284"/>
                  <a:pt x="119134" y="35140"/>
                  <a:pt x="110657" y="51615"/>
                </a:cubicBezTo>
                <a:cubicBezTo>
                  <a:pt x="72938" y="132657"/>
                  <a:pt x="48745" y="219413"/>
                  <a:pt x="35315" y="307597"/>
                </a:cubicBezTo>
                <a:lnTo>
                  <a:pt x="30960" y="292184"/>
                </a:lnTo>
                <a:lnTo>
                  <a:pt x="30885" y="291920"/>
                </a:lnTo>
                <a:lnTo>
                  <a:pt x="27100" y="278461"/>
                </a:lnTo>
                <a:lnTo>
                  <a:pt x="30885" y="291920"/>
                </a:lnTo>
                <a:lnTo>
                  <a:pt x="30960" y="292184"/>
                </a:lnTo>
                <a:lnTo>
                  <a:pt x="35314" y="307597"/>
                </a:lnTo>
                <a:cubicBezTo>
                  <a:pt x="36266" y="313883"/>
                  <a:pt x="38076" y="326263"/>
                  <a:pt x="39028" y="332453"/>
                </a:cubicBezTo>
                <a:cubicBezTo>
                  <a:pt x="32647" y="325501"/>
                  <a:pt x="26456" y="318454"/>
                  <a:pt x="20360" y="311502"/>
                </a:cubicBezTo>
                <a:cubicBezTo>
                  <a:pt x="13788" y="358165"/>
                  <a:pt x="18645" y="405019"/>
                  <a:pt x="28075" y="450921"/>
                </a:cubicBezTo>
                <a:cubicBezTo>
                  <a:pt x="5406" y="432065"/>
                  <a:pt x="8930" y="401305"/>
                  <a:pt x="3786" y="375116"/>
                </a:cubicBezTo>
                <a:cubicBezTo>
                  <a:pt x="928" y="351594"/>
                  <a:pt x="-4882" y="325215"/>
                  <a:pt x="8168" y="303598"/>
                </a:cubicBezTo>
                <a:lnTo>
                  <a:pt x="27742" y="210616"/>
                </a:lnTo>
                <a:cubicBezTo>
                  <a:pt x="36029" y="180011"/>
                  <a:pt x="45840" y="149799"/>
                  <a:pt x="56460" y="119992"/>
                </a:cubicBezTo>
                <a:cubicBezTo>
                  <a:pt x="68842" y="83423"/>
                  <a:pt x="92465" y="51996"/>
                  <a:pt x="105514" y="15618"/>
                </a:cubicBezTo>
                <a:cubicBezTo>
                  <a:pt x="113801" y="10380"/>
                  <a:pt x="122563" y="5143"/>
                  <a:pt x="131231" y="0"/>
                </a:cubicBezTo>
                <a:close/>
              </a:path>
            </a:pathLst>
          </a:cu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4" name="任意多边形: 形状 23"/>
          <p:cNvSpPr/>
          <p:nvPr userDrawn="1"/>
        </p:nvSpPr>
        <p:spPr>
          <a:xfrm>
            <a:off x="353786" y="187467"/>
            <a:ext cx="11486839" cy="6337392"/>
          </a:xfrm>
          <a:custGeom>
            <a:avLst/>
            <a:gdLst>
              <a:gd name="connsiteX0" fmla="*/ 497422 w 11486839"/>
              <a:gd name="connsiteY0" fmla="*/ 0 h 6337392"/>
              <a:gd name="connsiteX1" fmla="*/ 4620767 w 11486839"/>
              <a:gd name="connsiteY1" fmla="*/ 0 h 6337392"/>
              <a:gd name="connsiteX2" fmla="*/ 4650090 w 11486839"/>
              <a:gd name="connsiteY2" fmla="*/ 76861 h 6337392"/>
              <a:gd name="connsiteX3" fmla="*/ 4692340 w 11486839"/>
              <a:gd name="connsiteY3" fmla="*/ 158158 h 6337392"/>
              <a:gd name="connsiteX4" fmla="*/ 5187639 w 11486839"/>
              <a:gd name="connsiteY4" fmla="*/ 374058 h 6337392"/>
              <a:gd name="connsiteX5" fmla="*/ 5263243 w 11486839"/>
              <a:gd name="connsiteY5" fmla="*/ 383440 h 6337392"/>
              <a:gd name="connsiteX6" fmla="*/ 5263243 w 11486839"/>
              <a:gd name="connsiteY6" fmla="*/ 374945 h 6337392"/>
              <a:gd name="connsiteX7" fmla="*/ 5275309 w 11486839"/>
              <a:gd name="connsiteY7" fmla="*/ 315183 h 6337392"/>
              <a:gd name="connsiteX8" fmla="*/ 6927539 w 11486839"/>
              <a:gd name="connsiteY8" fmla="*/ 520204 h 6337392"/>
              <a:gd name="connsiteX9" fmla="*/ 7105958 w 11486839"/>
              <a:gd name="connsiteY9" fmla="*/ 519454 h 6337392"/>
              <a:gd name="connsiteX10" fmla="*/ 7112000 w 11486839"/>
              <a:gd name="connsiteY10" fmla="*/ 520204 h 6337392"/>
              <a:gd name="connsiteX11" fmla="*/ 10996799 w 11486839"/>
              <a:gd name="connsiteY11" fmla="*/ 503879 h 6337392"/>
              <a:gd name="connsiteX12" fmla="*/ 11089665 w 11486839"/>
              <a:gd name="connsiteY12" fmla="*/ 513241 h 6337392"/>
              <a:gd name="connsiteX13" fmla="*/ 11486839 w 11486839"/>
              <a:gd name="connsiteY13" fmla="*/ 1000557 h 6337392"/>
              <a:gd name="connsiteX14" fmla="*/ 11486839 w 11486839"/>
              <a:gd name="connsiteY14" fmla="*/ 1070311 h 6337392"/>
              <a:gd name="connsiteX15" fmla="*/ 11486839 w 11486839"/>
              <a:gd name="connsiteY15" fmla="*/ 1167904 h 6337392"/>
              <a:gd name="connsiteX16" fmla="*/ 11486839 w 11486839"/>
              <a:gd name="connsiteY16" fmla="*/ 1237658 h 6337392"/>
              <a:gd name="connsiteX17" fmla="*/ 11486839 w 11486839"/>
              <a:gd name="connsiteY17" fmla="*/ 1359793 h 6337392"/>
              <a:gd name="connsiteX18" fmla="*/ 11486839 w 11486839"/>
              <a:gd name="connsiteY18" fmla="*/ 1410341 h 6337392"/>
              <a:gd name="connsiteX19" fmla="*/ 11486839 w 11486839"/>
              <a:gd name="connsiteY19" fmla="*/ 1429547 h 6337392"/>
              <a:gd name="connsiteX20" fmla="*/ 11486839 w 11486839"/>
              <a:gd name="connsiteY20" fmla="*/ 5839970 h 6337392"/>
              <a:gd name="connsiteX21" fmla="*/ 10989417 w 11486839"/>
              <a:gd name="connsiteY21" fmla="*/ 6337392 h 6337392"/>
              <a:gd name="connsiteX22" fmla="*/ 497422 w 11486839"/>
              <a:gd name="connsiteY22" fmla="*/ 6337392 h 6337392"/>
              <a:gd name="connsiteX23" fmla="*/ 0 w 11486839"/>
              <a:gd name="connsiteY23" fmla="*/ 5839970 h 6337392"/>
              <a:gd name="connsiteX24" fmla="*/ 0 w 11486839"/>
              <a:gd name="connsiteY24" fmla="*/ 497422 h 6337392"/>
              <a:gd name="connsiteX25" fmla="*/ 497422 w 11486839"/>
              <a:gd name="connsiteY25" fmla="*/ 0 h 6337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486839" h="6337392">
                <a:moveTo>
                  <a:pt x="497422" y="0"/>
                </a:moveTo>
                <a:lnTo>
                  <a:pt x="4620767" y="0"/>
                </a:lnTo>
                <a:lnTo>
                  <a:pt x="4650090" y="76861"/>
                </a:lnTo>
                <a:cubicBezTo>
                  <a:pt x="4663219" y="106597"/>
                  <a:pt x="4677258" y="133816"/>
                  <a:pt x="4692340" y="158158"/>
                </a:cubicBezTo>
                <a:cubicBezTo>
                  <a:pt x="4812989" y="352891"/>
                  <a:pt x="5090272" y="329608"/>
                  <a:pt x="5187639" y="374058"/>
                </a:cubicBezTo>
                <a:lnTo>
                  <a:pt x="5263243" y="383440"/>
                </a:lnTo>
                <a:lnTo>
                  <a:pt x="5263243" y="374945"/>
                </a:lnTo>
                <a:lnTo>
                  <a:pt x="5275309" y="315183"/>
                </a:lnTo>
                <a:lnTo>
                  <a:pt x="6927539" y="520204"/>
                </a:lnTo>
                <a:lnTo>
                  <a:pt x="7105958" y="519454"/>
                </a:lnTo>
                <a:lnTo>
                  <a:pt x="7112000" y="520204"/>
                </a:lnTo>
                <a:lnTo>
                  <a:pt x="10996799" y="503879"/>
                </a:lnTo>
                <a:lnTo>
                  <a:pt x="11089665" y="513241"/>
                </a:lnTo>
                <a:cubicBezTo>
                  <a:pt x="11316332" y="559624"/>
                  <a:pt x="11486839" y="760178"/>
                  <a:pt x="11486839" y="1000557"/>
                </a:cubicBezTo>
                <a:lnTo>
                  <a:pt x="11486839" y="1070311"/>
                </a:lnTo>
                <a:lnTo>
                  <a:pt x="11486839" y="1167904"/>
                </a:lnTo>
                <a:lnTo>
                  <a:pt x="11486839" y="1237658"/>
                </a:lnTo>
                <a:lnTo>
                  <a:pt x="11486839" y="1359793"/>
                </a:lnTo>
                <a:lnTo>
                  <a:pt x="11486839" y="1410341"/>
                </a:lnTo>
                <a:lnTo>
                  <a:pt x="11486839" y="1429547"/>
                </a:lnTo>
                <a:lnTo>
                  <a:pt x="11486839" y="5839970"/>
                </a:lnTo>
                <a:cubicBezTo>
                  <a:pt x="11486839" y="6114689"/>
                  <a:pt x="11264136" y="6337392"/>
                  <a:pt x="10989417" y="6337392"/>
                </a:cubicBezTo>
                <a:lnTo>
                  <a:pt x="497422" y="6337392"/>
                </a:lnTo>
                <a:cubicBezTo>
                  <a:pt x="222703" y="6337392"/>
                  <a:pt x="0" y="6114689"/>
                  <a:pt x="0" y="5839970"/>
                </a:cubicBezTo>
                <a:lnTo>
                  <a:pt x="0" y="497422"/>
                </a:lnTo>
                <a:cubicBezTo>
                  <a:pt x="0" y="222703"/>
                  <a:pt x="222703" y="0"/>
                  <a:pt x="497422" y="0"/>
                </a:cubicBezTo>
                <a:close/>
              </a:path>
            </a:pathLst>
          </a:cu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图片 5"/>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6" name="日期占位符 15"/>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2" name="Title 1"/>
          <p:cNvSpPr>
            <a:spLocks noGrp="1"/>
          </p:cNvSpPr>
          <p:nvPr>
            <p:ph type="ctrTitle" idx="13" hasCustomPrompt="1"/>
            <p:custDataLst>
              <p:tags r:id="rId8"/>
            </p:custDataLst>
          </p:nvPr>
        </p:nvSpPr>
        <p:spPr>
          <a:xfrm>
            <a:off x="2921000" y="2223227"/>
            <a:ext cx="6350000" cy="1398905"/>
          </a:xfrm>
        </p:spPr>
        <p:txBody>
          <a:bodyPr vert="horz" wrap="square" lIns="0" tIns="0" rIns="0" bIns="0" rtlCol="0" anchor="b" anchorCtr="0">
            <a:normAutofit/>
          </a:bodyPr>
          <a:lstStyle>
            <a:lvl1pPr algn="dist">
              <a:defRPr lang="zh-CN" altLang="en-US" sz="72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endParaRPr lang="zh-CN" altLang="en-US" dirty="0"/>
          </a:p>
        </p:txBody>
      </p:sp>
      <p:sp>
        <p:nvSpPr>
          <p:cNvPr id="3" name="Subtitle 2"/>
          <p:cNvSpPr>
            <a:spLocks noGrp="1"/>
          </p:cNvSpPr>
          <p:nvPr>
            <p:ph type="subTitle" idx="14" hasCustomPrompt="1"/>
            <p:custDataLst>
              <p:tags r:id="rId9"/>
            </p:custDataLst>
          </p:nvPr>
        </p:nvSpPr>
        <p:spPr>
          <a:xfrm>
            <a:off x="2921000" y="3754537"/>
            <a:ext cx="6350000" cy="361315"/>
          </a:xfrm>
        </p:spPr>
        <p:txBody>
          <a:bodyPr vert="horz" wrap="square" lIns="0" tIns="0" rIns="0" bIns="0" rtlCol="0" anchor="t" anchorCtr="0">
            <a:normAutofit/>
          </a:bodyPr>
          <a:lstStyle>
            <a:lvl1pPr algn="ctr">
              <a:defRPr lang="zh-CN" altLang="en-US" sz="20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00000"/>
              </a:lnSpc>
              <a:spcAft>
                <a:spcPts val="0"/>
              </a:spcAft>
              <a:buClrTx/>
              <a:buSzTx/>
              <a:buNone/>
            </a:pPr>
            <a:r>
              <a:rPr lang="zh-CN" altLang="en-US" dirty="0"/>
              <a:t>单击此处编辑副标题</a:t>
            </a:r>
            <a:endParaRPr lang="zh-CN" altLang="en-US" dirty="0"/>
          </a:p>
        </p:txBody>
      </p:sp>
      <p:sp>
        <p:nvSpPr>
          <p:cNvPr id="6" name="文本占位符 5"/>
          <p:cNvSpPr>
            <a:spLocks noGrp="1"/>
          </p:cNvSpPr>
          <p:nvPr>
            <p:ph type="body" sz="quarter" idx="15" hasCustomPrompt="1"/>
            <p:custDataLst>
              <p:tags r:id="rId10"/>
            </p:custDataLst>
          </p:nvPr>
        </p:nvSpPr>
        <p:spPr>
          <a:xfrm>
            <a:off x="2979350" y="4386036"/>
            <a:ext cx="1984536" cy="361950"/>
          </a:xfrm>
        </p:spPr>
        <p:txBody>
          <a:bodyPr/>
          <a:lstStyle>
            <a:lvl1pPr marL="0" indent="0">
              <a:buNone/>
              <a:defRPr/>
            </a:lvl1pPr>
          </a:lstStyle>
          <a:p>
            <a:pPr lvl="0"/>
            <a:r>
              <a:rPr lang="zh-CN" altLang="en-US" dirty="0"/>
              <a:t>单击编辑文本</a:t>
            </a:r>
            <a:endParaRPr lang="zh-CN" altLang="en-US" dirty="0"/>
          </a:p>
        </p:txBody>
      </p:sp>
      <p:sp>
        <p:nvSpPr>
          <p:cNvPr id="10" name="文本占位符 5"/>
          <p:cNvSpPr>
            <a:spLocks noGrp="1"/>
          </p:cNvSpPr>
          <p:nvPr>
            <p:ph type="body" sz="quarter" idx="16" hasCustomPrompt="1"/>
            <p:custDataLst>
              <p:tags r:id="rId11"/>
            </p:custDataLst>
          </p:nvPr>
        </p:nvSpPr>
        <p:spPr>
          <a:xfrm>
            <a:off x="7254714" y="4386036"/>
            <a:ext cx="1984536" cy="361950"/>
          </a:xfrm>
        </p:spPr>
        <p:txBody>
          <a:bodyPr/>
          <a:lstStyle>
            <a:lvl1pPr marL="0" indent="0" algn="r">
              <a:buNone/>
              <a:defRPr/>
            </a:lvl1pPr>
          </a:lstStyle>
          <a:p>
            <a:pPr lvl="0"/>
            <a:r>
              <a:rPr lang="zh-CN" altLang="en-US" dirty="0"/>
              <a:t>单击编辑文本</a:t>
            </a:r>
            <a:endParaRPr lang="zh-CN" altLang="en-US" dirty="0"/>
          </a:p>
        </p:txBody>
      </p:sp>
      <p:cxnSp>
        <p:nvCxnSpPr>
          <p:cNvPr id="8" name="直接连接符 7"/>
          <p:cNvCxnSpPr/>
          <p:nvPr userDrawn="1">
            <p:custDataLst>
              <p:tags r:id="rId12"/>
            </p:custDataLst>
          </p:nvPr>
        </p:nvCxnSpPr>
        <p:spPr>
          <a:xfrm>
            <a:off x="3086100" y="4255408"/>
            <a:ext cx="601345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9"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1397000"/>
            <a:ext cx="3612445" cy="4064000"/>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579555" y="1397000"/>
            <a:ext cx="3612445" cy="4064000"/>
          </a:xfrm>
          <a:prstGeom prst="rect">
            <a:avLst/>
          </a:prstGeom>
        </p:spPr>
      </p:pic>
      <p:sp>
        <p:nvSpPr>
          <p:cNvPr id="7" name="矩形 8"/>
          <p:cNvSpPr/>
          <p:nvPr userDrawn="1">
            <p:custDataLst>
              <p:tags r:id="rId8"/>
            </p:custDataLst>
          </p:nvPr>
        </p:nvSpPr>
        <p:spPr>
          <a:xfrm>
            <a:off x="292075" y="303809"/>
            <a:ext cx="11607851" cy="6250382"/>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日期占位符 3"/>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2" name="Title 1"/>
          <p:cNvSpPr>
            <a:spLocks noGrp="1"/>
          </p:cNvSpPr>
          <p:nvPr>
            <p:ph type="ctrTitle" idx="13" hasCustomPrompt="1"/>
            <p:custDataLst>
              <p:tags r:id="rId12"/>
            </p:custDataLst>
          </p:nvPr>
        </p:nvSpPr>
        <p:spPr>
          <a:xfrm>
            <a:off x="4759960" y="2888298"/>
            <a:ext cx="4880610" cy="1081405"/>
          </a:xfrm>
        </p:spPr>
        <p:txBody>
          <a:bodyPr vert="horz" wrap="square" lIns="0" tIns="0" rIns="0" bIns="0" rtlCol="0" anchor="ctr" anchorCtr="0">
            <a:normAutofit/>
          </a:bodyPr>
          <a:lstStyle>
            <a:lvl1pPr algn="l">
              <a:defRPr lang="zh-CN" altLang="en-US" sz="4800" b="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lvl="0">
              <a:spcAft>
                <a:spcPts val="0"/>
              </a:spcAft>
              <a:buClrTx/>
              <a:buSzTx/>
              <a:buFontTx/>
            </a:pPr>
            <a:r>
              <a:rPr lang="zh-CN" altLang="en-US" dirty="0"/>
              <a:t>编辑标题</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7498080" y="2194560"/>
            <a:ext cx="4389120" cy="2468880"/>
          </a:xfrm>
          <a:prstGeom prst="rect">
            <a:avLst/>
          </a:prstGeom>
        </p:spPr>
      </p:pic>
      <p:sp>
        <p:nvSpPr>
          <p:cNvPr id="7" name="任意多边形 6"/>
          <p:cNvSpPr/>
          <p:nvPr userDrawn="1">
            <p:custDataLst>
              <p:tags r:id="rId5"/>
            </p:custDataLst>
          </p:nvPr>
        </p:nvSpPr>
        <p:spPr>
          <a:xfrm flipH="1">
            <a:off x="0" y="0"/>
            <a:ext cx="7313295"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372864"/>
            <a:ext cx="720090" cy="485136"/>
          </a:xfrm>
          <a:prstGeom prst="rect">
            <a:avLst/>
          </a:prstGeom>
        </p:spPr>
      </p:pic>
      <p:sp>
        <p:nvSpPr>
          <p:cNvPr id="2" name="标题 1"/>
          <p:cNvSpPr>
            <a:spLocks noGrp="1"/>
          </p:cNvSpPr>
          <p:nvPr>
            <p:ph type="title"/>
            <p:custDataLst>
              <p:tags r:id="rId9"/>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竖排标题 1"/>
          <p:cNvSpPr>
            <a:spLocks noGrp="1"/>
          </p:cNvSpPr>
          <p:nvPr>
            <p:ph type="title" orient="vert"/>
            <p:custDataLst>
              <p:tags r:id="rId8"/>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3" name="日期占位符 2"/>
          <p:cNvSpPr>
            <a:spLocks noGrp="1"/>
          </p:cNvSpPr>
          <p:nvPr>
            <p:ph type="dt" sz="half" idx="10"/>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2" name="Title 1"/>
          <p:cNvSpPr>
            <a:spLocks noGrp="1"/>
          </p:cNvSpPr>
          <p:nvPr>
            <p:ph type="title" idx="13" hasCustomPrompt="1"/>
            <p:custDataLst>
              <p:tags r:id="rId8"/>
            </p:custDataLst>
          </p:nvPr>
        </p:nvSpPr>
        <p:spPr>
          <a:xfrm>
            <a:off x="3412807" y="2331720"/>
            <a:ext cx="5365750" cy="1398905"/>
          </a:xfrm>
        </p:spPr>
        <p:txBody>
          <a:bodyPr vert="horz" wrap="square" lIns="0" tIns="0" rIns="0" bIns="0" rtlCol="0" anchor="b" anchorCtr="0">
            <a:normAutofit/>
          </a:bodyPr>
          <a:lstStyle>
            <a:lvl1pPr algn="dist">
              <a:defRPr lang="zh-CN" altLang="en-US" sz="8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endParaRPr lang="zh-CN" altLang="en-US" dirty="0"/>
          </a:p>
        </p:txBody>
      </p:sp>
      <p:sp>
        <p:nvSpPr>
          <p:cNvPr id="7" name="Text Placeholder 6"/>
          <p:cNvSpPr>
            <a:spLocks noGrp="1"/>
          </p:cNvSpPr>
          <p:nvPr>
            <p:ph type="body" idx="14" hasCustomPrompt="1"/>
            <p:custDataLst>
              <p:tags r:id="rId9"/>
            </p:custDataLst>
          </p:nvPr>
        </p:nvSpPr>
        <p:spPr>
          <a:xfrm>
            <a:off x="3412807" y="4133215"/>
            <a:ext cx="5366385" cy="393065"/>
          </a:xfrm>
        </p:spPr>
        <p:txBody>
          <a:bodyPr vert="horz" wrap="square" lIns="0" tIns="0" rIns="0" bIns="0" rtlCol="0" anchor="t" anchorCtr="0">
            <a:normAutofit/>
          </a:bodyPr>
          <a:lstStyle>
            <a:lvl1pPr algn="ctr">
              <a:defRPr lang="zh-CN" altLang="en-US" sz="20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00000"/>
              </a:lnSpc>
              <a:spcAft>
                <a:spcPts val="0"/>
              </a:spcAft>
              <a:buClrTx/>
              <a:buSzTx/>
              <a:buNone/>
            </a:pPr>
            <a:r>
              <a:rPr lang="zh-CN" altLang="en-US" dirty="0"/>
              <a:t>单击此处编辑副标题</a:t>
            </a:r>
            <a:endParaRPr lang="zh-CN" altLang="en-US" dirty="0"/>
          </a:p>
        </p:txBody>
      </p:sp>
      <p:cxnSp>
        <p:nvCxnSpPr>
          <p:cNvPr id="8" name="直接连接符 8"/>
          <p:cNvCxnSpPr/>
          <p:nvPr userDrawn="1">
            <p:custDataLst>
              <p:tags r:id="rId10"/>
            </p:custDataLst>
          </p:nvPr>
        </p:nvCxnSpPr>
        <p:spPr>
          <a:xfrm>
            <a:off x="5609590" y="3930015"/>
            <a:ext cx="972185"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4"/>
          <p:cNvSpPr/>
          <p:nvPr userDrawn="1">
            <p:custDataLst>
              <p:tags r:id="rId2"/>
            </p:custDataLst>
          </p:nvPr>
        </p:nvSpPr>
        <p:spPr>
          <a:xfrm>
            <a:off x="292075" y="303809"/>
            <a:ext cx="11607851"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4"/>
          <p:cNvSpPr/>
          <p:nvPr userDrawn="1">
            <p:custDataLst>
              <p:tags r:id="rId2"/>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8"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hasCustomPrompt="1"/>
            <p:custDataLst>
              <p:tags r:id="rId6"/>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4"/>
          <p:cNvSpPr/>
          <p:nvPr userDrawn="1">
            <p:custDataLst>
              <p:tags r:id="rId2"/>
            </p:custDataLst>
          </p:nvPr>
        </p:nvSpPr>
        <p:spPr>
          <a:xfrm>
            <a:off x="0" y="0"/>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9"/>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4"/>
          <p:cNvSpPr/>
          <p:nvPr userDrawn="1">
            <p:custDataLst>
              <p:tags r:id="rId2"/>
            </p:custDataLst>
          </p:nvPr>
        </p:nvSpPr>
        <p:spPr>
          <a:xfrm>
            <a:off x="0" y="5028971"/>
            <a:ext cx="12192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9"/>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4"/>
          <p:cNvSpPr/>
          <p:nvPr userDrawn="1">
            <p:custDataLst>
              <p:tags r:id="rId2"/>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2"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71910" y="6372864"/>
            <a:ext cx="720090" cy="485136"/>
          </a:xfrm>
          <a:prstGeom prst="rect">
            <a:avLst/>
          </a:prstGeom>
        </p:spPr>
      </p:pic>
      <p:pic>
        <p:nvPicPr>
          <p:cNvPr id="10"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372864"/>
            <a:ext cx="720090" cy="485136"/>
          </a:xfrm>
          <a:prstGeom prst="rect">
            <a:avLst/>
          </a:prstGeom>
        </p:spPr>
      </p:pic>
      <p:sp>
        <p:nvSpPr>
          <p:cNvPr id="2" name="标题 1"/>
          <p:cNvSpPr>
            <a:spLocks noGrp="1"/>
          </p:cNvSpPr>
          <p:nvPr>
            <p:ph type="title"/>
            <p:custDataLst>
              <p:tags r:id="rId9"/>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4"/>
          <p:cNvSpPr/>
          <p:nvPr userDrawn="1">
            <p:custDataLst>
              <p:tags r:id="rId2"/>
            </p:custDataLst>
          </p:nvPr>
        </p:nvSpPr>
        <p:spPr>
          <a:xfrm>
            <a:off x="0" y="953691"/>
            <a:ext cx="12192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6"/>
          <p:cNvPicPr/>
          <p:nvPr userDrawn="1">
            <p:custDataLst>
              <p:tags r:id="rId3"/>
            </p:custDataLst>
          </p:nvPr>
        </p:nvPicPr>
        <p:blipFill>
          <a:blip r:embed="rId4" r:link="rId5">
            <a:extLst>
              <a:ext uri="{28A0092B-C50C-407E-A947-70E740481C1C}">
                <a14:useLocalDpi xmlns:a14="http://schemas.microsoft.com/office/drawing/2010/main" val="0"/>
              </a:ext>
            </a:extLst>
          </a:blip>
          <a:stretch>
            <a:fillRect/>
          </a:stretch>
        </p:blipFill>
        <p:spPr>
          <a:xfrm>
            <a:off x="10571797" y="5766444"/>
            <a:ext cx="1620202" cy="1091556"/>
          </a:xfrm>
          <a:prstGeom prst="rect">
            <a:avLst/>
          </a:prstGeom>
        </p:spPr>
      </p:pic>
      <p:pic>
        <p:nvPicPr>
          <p:cNvPr id="8" name="图片 8"/>
          <p:cNvPicPr/>
          <p:nvPr userDrawn="1">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0" y="5766444"/>
            <a:ext cx="1620202" cy="1091556"/>
          </a:xfrm>
          <a:prstGeom prst="rect">
            <a:avLst/>
          </a:prstGeom>
        </p:spPr>
      </p:pic>
      <p:sp>
        <p:nvSpPr>
          <p:cNvPr id="2" name="标题 1"/>
          <p:cNvSpPr>
            <a:spLocks noGrp="1"/>
          </p:cNvSpPr>
          <p:nvPr>
            <p:ph type="title" hasCustomPrompt="1"/>
            <p:custDataLst>
              <p:tags r:id="rId9"/>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6" Type="http://schemas.openxmlformats.org/officeDocument/2006/relationships/theme" Target="../theme/theme2.xml"/><Relationship Id="rId25" Type="http://schemas.openxmlformats.org/officeDocument/2006/relationships/tags" Target="../tags/tag144.xml"/><Relationship Id="rId24" Type="http://schemas.openxmlformats.org/officeDocument/2006/relationships/tags" Target="../tags/tag143.xml"/><Relationship Id="rId23" Type="http://schemas.openxmlformats.org/officeDocument/2006/relationships/tags" Target="../tags/tag142.xml"/><Relationship Id="rId22" Type="http://schemas.openxmlformats.org/officeDocument/2006/relationships/tags" Target="../tags/tag141.xml"/><Relationship Id="rId21" Type="http://schemas.openxmlformats.org/officeDocument/2006/relationships/tags" Target="../tags/tag140.xml"/><Relationship Id="rId20" Type="http://schemas.openxmlformats.org/officeDocument/2006/relationships/tags" Target="../tags/tag139.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532CAF-DF19-4B13-98E8-40B2542A875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2C9FAF-E7DB-435D-9864-7CD5C5AF87A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3.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2.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9" Type="http://schemas.openxmlformats.org/officeDocument/2006/relationships/notesSlide" Target="../notesSlides/notesSlide2.xml"/><Relationship Id="rId28" Type="http://schemas.openxmlformats.org/officeDocument/2006/relationships/slideLayout" Target="../slideLayouts/slideLayout8.xml"/><Relationship Id="rId27" Type="http://schemas.openxmlformats.org/officeDocument/2006/relationships/tags" Target="../tags/tag176.xml"/><Relationship Id="rId26" Type="http://schemas.openxmlformats.org/officeDocument/2006/relationships/tags" Target="../tags/tag175.xml"/><Relationship Id="rId25" Type="http://schemas.openxmlformats.org/officeDocument/2006/relationships/tags" Target="../tags/tag174.xml"/><Relationship Id="rId24" Type="http://schemas.openxmlformats.org/officeDocument/2006/relationships/tags" Target="../tags/tag173.xml"/><Relationship Id="rId23" Type="http://schemas.openxmlformats.org/officeDocument/2006/relationships/tags" Target="../tags/tag172.xml"/><Relationship Id="rId22" Type="http://schemas.openxmlformats.org/officeDocument/2006/relationships/tags" Target="../tags/tag171.xml"/><Relationship Id="rId21" Type="http://schemas.openxmlformats.org/officeDocument/2006/relationships/tags" Target="../tags/tag170.xml"/><Relationship Id="rId20" Type="http://schemas.openxmlformats.org/officeDocument/2006/relationships/tags" Target="../tags/tag169.xml"/><Relationship Id="rId2" Type="http://schemas.openxmlformats.org/officeDocument/2006/relationships/tags" Target="../tags/tag151.xml"/><Relationship Id="rId19" Type="http://schemas.openxmlformats.org/officeDocument/2006/relationships/tags" Target="../tags/tag168.xml"/><Relationship Id="rId18" Type="http://schemas.openxmlformats.org/officeDocument/2006/relationships/tags" Target="../tags/tag167.xml"/><Relationship Id="rId17" Type="http://schemas.openxmlformats.org/officeDocument/2006/relationships/tags" Target="../tags/tag166.xml"/><Relationship Id="rId16" Type="http://schemas.openxmlformats.org/officeDocument/2006/relationships/tags" Target="../tags/tag165.xml"/><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0.xml"/></Relationships>
</file>

<file path=ppt/slides/_rels/slide3.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7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3.xml"/><Relationship Id="rId11" Type="http://schemas.openxmlformats.org/officeDocument/2006/relationships/slideLayout" Target="../slideLayouts/slideLayout9.xml"/><Relationship Id="rId10" Type="http://schemas.openxmlformats.org/officeDocument/2006/relationships/tags" Target="../tags/tag182.xml"/><Relationship Id="rId1" Type="http://schemas.openxmlformats.org/officeDocument/2006/relationships/tags" Target="../tags/tag177.xml"/></Relationships>
</file>

<file path=ppt/slides/_rels/slide4.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8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3" Type="http://schemas.openxmlformats.org/officeDocument/2006/relationships/notesSlide" Target="../notesSlides/notesSlide4.xml"/><Relationship Id="rId12" Type="http://schemas.openxmlformats.org/officeDocument/2006/relationships/slideLayout" Target="../slideLayouts/slideLayout9.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tags" Target="../tags/tag183.xml"/></Relationships>
</file>

<file path=ppt/slides/_rels/slide5.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9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xml"/><Relationship Id="rId11" Type="http://schemas.openxmlformats.org/officeDocument/2006/relationships/slideLayout" Target="../slideLayouts/slideLayout9.xml"/><Relationship Id="rId10" Type="http://schemas.openxmlformats.org/officeDocument/2006/relationships/tags" Target="../tags/tag195.xml"/><Relationship Id="rId1" Type="http://schemas.openxmlformats.org/officeDocument/2006/relationships/tags" Target="../tags/tag190.xml"/></Relationships>
</file>

<file path=ppt/slides/_rels/slide6.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9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6.xml"/><Relationship Id="rId14" Type="http://schemas.openxmlformats.org/officeDocument/2006/relationships/slideLayout" Target="../slideLayouts/slideLayout9.xml"/><Relationship Id="rId13" Type="http://schemas.openxmlformats.org/officeDocument/2006/relationships/tags" Target="../tags/tag203.xml"/><Relationship Id="rId12" Type="http://schemas.openxmlformats.org/officeDocument/2006/relationships/image" Target="../media/image8.png"/><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tags" Target="../tags/tag196.xml"/></Relationships>
</file>

<file path=ppt/slides/_rels/slide7.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0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7.xml"/><Relationship Id="rId14" Type="http://schemas.openxmlformats.org/officeDocument/2006/relationships/slideLayout" Target="../slideLayouts/slideLayout9.xml"/><Relationship Id="rId13" Type="http://schemas.openxmlformats.org/officeDocument/2006/relationships/tags" Target="../tags/tag211.xml"/><Relationship Id="rId12" Type="http://schemas.openxmlformats.org/officeDocument/2006/relationships/tags" Target="../tags/tag210.xml"/><Relationship Id="rId11" Type="http://schemas.openxmlformats.org/officeDocument/2006/relationships/image" Target="../media/image8.png"/><Relationship Id="rId10" Type="http://schemas.openxmlformats.org/officeDocument/2006/relationships/tags" Target="../tags/tag209.xml"/><Relationship Id="rId1" Type="http://schemas.openxmlformats.org/officeDocument/2006/relationships/tags" Target="../tags/tag204.xml"/></Relationships>
</file>

<file path=ppt/slides/_rels/slide8.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1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8.xml"/><Relationship Id="rId15" Type="http://schemas.openxmlformats.org/officeDocument/2006/relationships/slideLayout" Target="../slideLayouts/slideLayout9.xml"/><Relationship Id="rId14" Type="http://schemas.openxmlformats.org/officeDocument/2006/relationships/tags" Target="../tags/tag219.xml"/><Relationship Id="rId13" Type="http://schemas.openxmlformats.org/officeDocument/2006/relationships/image" Target="../media/image10.png"/><Relationship Id="rId12" Type="http://schemas.openxmlformats.org/officeDocument/2006/relationships/image" Target="../media/image9.png"/><Relationship Id="rId11" Type="http://schemas.openxmlformats.org/officeDocument/2006/relationships/tags" Target="../tags/tag218.xml"/><Relationship Id="rId10" Type="http://schemas.openxmlformats.org/officeDocument/2006/relationships/tags" Target="../tags/tag217.xml"/><Relationship Id="rId1" Type="http://schemas.openxmlformats.org/officeDocument/2006/relationships/tags" Target="../tags/tag212.xml"/></Relationships>
</file>

<file path=ppt/slides/_rels/slide9.xml.rels><?xml version="1.0" encoding="UTF-8" standalone="yes"?>
<Relationships xmlns="http://schemas.openxmlformats.org/package/2006/relationships"><Relationship Id="rId9" Type="http://schemas.openxmlformats.org/officeDocument/2006/relationships/tags" Target="../tags/tag224.xml"/><Relationship Id="rId8" Type="http://schemas.openxmlformats.org/officeDocument/2006/relationships/tags" Target="../tags/tag223.xml"/><Relationship Id="rId7" Type="http://schemas.openxmlformats.org/officeDocument/2006/relationships/tags" Target="../tags/tag22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2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9.xml"/><Relationship Id="rId15" Type="http://schemas.openxmlformats.org/officeDocument/2006/relationships/slideLayout" Target="../slideLayouts/slideLayout9.xml"/><Relationship Id="rId14" Type="http://schemas.openxmlformats.org/officeDocument/2006/relationships/tags" Target="../tags/tag227.xml"/><Relationship Id="rId13" Type="http://schemas.openxmlformats.org/officeDocument/2006/relationships/image" Target="../media/image10.png"/><Relationship Id="rId12" Type="http://schemas.openxmlformats.org/officeDocument/2006/relationships/image" Target="../media/image9.png"/><Relationship Id="rId11" Type="http://schemas.openxmlformats.org/officeDocument/2006/relationships/tags" Target="../tags/tag226.xml"/><Relationship Id="rId10" Type="http://schemas.openxmlformats.org/officeDocument/2006/relationships/tags" Target="../tags/tag225.xml"/><Relationship Id="rId1" Type="http://schemas.openxmlformats.org/officeDocument/2006/relationships/tags" Target="../tags/tag220.xml"/></Relationships>
</file>

<file path=ppt/slides/_rels/slide10.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2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10.xml"/><Relationship Id="rId14" Type="http://schemas.openxmlformats.org/officeDocument/2006/relationships/slideLayout" Target="../slideLayouts/slideLayout9.xml"/><Relationship Id="rId13" Type="http://schemas.openxmlformats.org/officeDocument/2006/relationships/tags" Target="../tags/tag235.xml"/><Relationship Id="rId12" Type="http://schemas.openxmlformats.org/officeDocument/2006/relationships/image" Target="../media/image11.png"/><Relationship Id="rId11" Type="http://schemas.openxmlformats.org/officeDocument/2006/relationships/tags" Target="../tags/tag234.xml"/><Relationship Id="rId10" Type="http://schemas.openxmlformats.org/officeDocument/2006/relationships/tags" Target="../tags/tag233.xml"/><Relationship Id="rId1" Type="http://schemas.openxmlformats.org/officeDocument/2006/relationships/tags" Target="../tags/tag228.xml"/></Relationships>
</file>

<file path=ppt/slides/_rels/slide11.xml.rels><?xml version="1.0" encoding="UTF-8" standalone="yes"?>
<Relationships xmlns="http://schemas.openxmlformats.org/package/2006/relationships"><Relationship Id="rId9" Type="http://schemas.openxmlformats.org/officeDocument/2006/relationships/tags" Target="../tags/tag240.xml"/><Relationship Id="rId8" Type="http://schemas.openxmlformats.org/officeDocument/2006/relationships/tags" Target="../tags/tag239.xml"/><Relationship Id="rId7" Type="http://schemas.openxmlformats.org/officeDocument/2006/relationships/tags" Target="../tags/tag23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3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11.xml"/><Relationship Id="rId14" Type="http://schemas.openxmlformats.org/officeDocument/2006/relationships/slideLayout" Target="../slideLayouts/slideLayout9.xml"/><Relationship Id="rId13" Type="http://schemas.openxmlformats.org/officeDocument/2006/relationships/tags" Target="../tags/tag242.xml"/><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tags" Target="../tags/tag241.xml"/><Relationship Id="rId1" Type="http://schemas.openxmlformats.org/officeDocument/2006/relationships/tags" Target="../tags/tag236.xml"/></Relationships>
</file>

<file path=ppt/slides/_rels/slide12.xml.rels><?xml version="1.0" encoding="UTF-8" standalone="yes"?>
<Relationships xmlns="http://schemas.openxmlformats.org/package/2006/relationships"><Relationship Id="rId9" Type="http://schemas.openxmlformats.org/officeDocument/2006/relationships/tags" Target="../tags/tag247.xml"/><Relationship Id="rId8" Type="http://schemas.openxmlformats.org/officeDocument/2006/relationships/tags" Target="../tags/tag246.xml"/><Relationship Id="rId7" Type="http://schemas.openxmlformats.org/officeDocument/2006/relationships/tags" Target="../tags/tag24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4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2.xml"/><Relationship Id="rId13" Type="http://schemas.openxmlformats.org/officeDocument/2006/relationships/slideLayout" Target="../slideLayouts/slideLayout9.xml"/><Relationship Id="rId12" Type="http://schemas.openxmlformats.org/officeDocument/2006/relationships/tags" Target="../tags/tag250.xml"/><Relationship Id="rId11" Type="http://schemas.openxmlformats.org/officeDocument/2006/relationships/tags" Target="../tags/tag249.xml"/><Relationship Id="rId10" Type="http://schemas.openxmlformats.org/officeDocument/2006/relationships/tags" Target="../tags/tag248.xml"/><Relationship Id="rId1" Type="http://schemas.openxmlformats.org/officeDocument/2006/relationships/tags" Target="../tags/tag243.xml"/></Relationships>
</file>

<file path=ppt/slides/_rels/slide13.xml.rels><?xml version="1.0" encoding="UTF-8" standalone="yes"?>
<Relationships xmlns="http://schemas.openxmlformats.org/package/2006/relationships"><Relationship Id="rId9" Type="http://schemas.openxmlformats.org/officeDocument/2006/relationships/tags" Target="../tags/tag255.xml"/><Relationship Id="rId8" Type="http://schemas.openxmlformats.org/officeDocument/2006/relationships/tags" Target="../tags/tag254.xml"/><Relationship Id="rId7" Type="http://schemas.openxmlformats.org/officeDocument/2006/relationships/tags" Target="../tags/tag25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5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3.xml"/><Relationship Id="rId13" Type="http://schemas.openxmlformats.org/officeDocument/2006/relationships/slideLayout" Target="../slideLayouts/slideLayout9.xml"/><Relationship Id="rId12" Type="http://schemas.openxmlformats.org/officeDocument/2006/relationships/tags" Target="../tags/tag257.xml"/><Relationship Id="rId11" Type="http://schemas.openxmlformats.org/officeDocument/2006/relationships/image" Target="../media/image14.png"/><Relationship Id="rId10" Type="http://schemas.openxmlformats.org/officeDocument/2006/relationships/tags" Target="../tags/tag256.xml"/><Relationship Id="rId1" Type="http://schemas.openxmlformats.org/officeDocument/2006/relationships/tags" Target="../tags/tag251.xml"/></Relationships>
</file>

<file path=ppt/slides/_rels/slide14.xml.rels><?xml version="1.0" encoding="UTF-8" standalone="yes"?>
<Relationships xmlns="http://schemas.openxmlformats.org/package/2006/relationships"><Relationship Id="rId9" Type="http://schemas.openxmlformats.org/officeDocument/2006/relationships/tags" Target="../tags/tag262.xml"/><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5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4.xml"/><Relationship Id="rId13" Type="http://schemas.openxmlformats.org/officeDocument/2006/relationships/slideLayout" Target="../slideLayouts/slideLayout9.xml"/><Relationship Id="rId12" Type="http://schemas.openxmlformats.org/officeDocument/2006/relationships/tags" Target="../tags/tag264.xml"/><Relationship Id="rId11" Type="http://schemas.openxmlformats.org/officeDocument/2006/relationships/image" Target="../media/image15.png"/><Relationship Id="rId10" Type="http://schemas.openxmlformats.org/officeDocument/2006/relationships/tags" Target="../tags/tag263.xml"/><Relationship Id="rId1" Type="http://schemas.openxmlformats.org/officeDocument/2006/relationships/tags" Target="../tags/tag258.xml"/></Relationships>
</file>

<file path=ppt/slides/_rels/slide15.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6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5.xml"/><Relationship Id="rId13" Type="http://schemas.openxmlformats.org/officeDocument/2006/relationships/slideLayout" Target="../slideLayouts/slideLayout9.xml"/><Relationship Id="rId12" Type="http://schemas.openxmlformats.org/officeDocument/2006/relationships/tags" Target="../tags/tag271.xml"/><Relationship Id="rId11" Type="http://schemas.openxmlformats.org/officeDocument/2006/relationships/image" Target="../media/image15.png"/><Relationship Id="rId10" Type="http://schemas.openxmlformats.org/officeDocument/2006/relationships/tags" Target="../tags/tag270.xml"/><Relationship Id="rId1" Type="http://schemas.openxmlformats.org/officeDocument/2006/relationships/tags" Target="../tags/tag265.xml"/></Relationships>
</file>

<file path=ppt/slides/_rels/slide16.xml.rels><?xml version="1.0" encoding="UTF-8" standalone="yes"?>
<Relationships xmlns="http://schemas.openxmlformats.org/package/2006/relationships"><Relationship Id="rId9" Type="http://schemas.openxmlformats.org/officeDocument/2006/relationships/tags" Target="../tags/tag276.xml"/><Relationship Id="rId8" Type="http://schemas.openxmlformats.org/officeDocument/2006/relationships/tags" Target="../tags/tag275.xml"/><Relationship Id="rId7" Type="http://schemas.openxmlformats.org/officeDocument/2006/relationships/tags" Target="../tags/tag27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7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6.xml"/><Relationship Id="rId13" Type="http://schemas.openxmlformats.org/officeDocument/2006/relationships/slideLayout" Target="../slideLayouts/slideLayout9.xml"/><Relationship Id="rId12" Type="http://schemas.openxmlformats.org/officeDocument/2006/relationships/tags" Target="../tags/tag278.xml"/><Relationship Id="rId11" Type="http://schemas.openxmlformats.org/officeDocument/2006/relationships/image" Target="../media/image15.png"/><Relationship Id="rId10" Type="http://schemas.openxmlformats.org/officeDocument/2006/relationships/tags" Target="../tags/tag277.xml"/><Relationship Id="rId1" Type="http://schemas.openxmlformats.org/officeDocument/2006/relationships/tags" Target="../tags/tag272.xml"/></Relationships>
</file>

<file path=ppt/slides/_rels/slide17.xml.rels><?xml version="1.0" encoding="UTF-8" standalone="yes"?>
<Relationships xmlns="http://schemas.openxmlformats.org/package/2006/relationships"><Relationship Id="rId9" Type="http://schemas.openxmlformats.org/officeDocument/2006/relationships/tags" Target="../tags/tag283.xml"/><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8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7.xml"/><Relationship Id="rId13" Type="http://schemas.openxmlformats.org/officeDocument/2006/relationships/slideLayout" Target="../slideLayouts/slideLayout9.xml"/><Relationship Id="rId12" Type="http://schemas.openxmlformats.org/officeDocument/2006/relationships/tags" Target="../tags/tag285.xml"/><Relationship Id="rId11" Type="http://schemas.openxmlformats.org/officeDocument/2006/relationships/image" Target="../media/image16.png"/><Relationship Id="rId10" Type="http://schemas.openxmlformats.org/officeDocument/2006/relationships/tags" Target="../tags/tag284.xml"/><Relationship Id="rId1" Type="http://schemas.openxmlformats.org/officeDocument/2006/relationships/tags" Target="../tags/tag279.xml"/></Relationships>
</file>

<file path=ppt/slides/_rels/slide18.xml.rels><?xml version="1.0" encoding="UTF-8" standalone="yes"?>
<Relationships xmlns="http://schemas.openxmlformats.org/package/2006/relationships"><Relationship Id="rId9" Type="http://schemas.openxmlformats.org/officeDocument/2006/relationships/tags" Target="../tags/tag290.xml"/><Relationship Id="rId8" Type="http://schemas.openxmlformats.org/officeDocument/2006/relationships/tags" Target="../tags/tag289.xml"/><Relationship Id="rId7" Type="http://schemas.openxmlformats.org/officeDocument/2006/relationships/tags" Target="../tags/tag28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8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18.xml"/><Relationship Id="rId14" Type="http://schemas.openxmlformats.org/officeDocument/2006/relationships/slideLayout" Target="../slideLayouts/slideLayout9.xml"/><Relationship Id="rId13" Type="http://schemas.openxmlformats.org/officeDocument/2006/relationships/tags" Target="../tags/tag292.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tags" Target="../tags/tag291.xml"/><Relationship Id="rId1" Type="http://schemas.openxmlformats.org/officeDocument/2006/relationships/tags" Target="../tags/tag286.xml"/></Relationships>
</file>

<file path=ppt/slides/_rels/slide19.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9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19.xml"/><Relationship Id="rId14" Type="http://schemas.openxmlformats.org/officeDocument/2006/relationships/slideLayout" Target="../slideLayouts/slideLayout9.xml"/><Relationship Id="rId13" Type="http://schemas.openxmlformats.org/officeDocument/2006/relationships/tags" Target="../tags/tag299.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tags" Target="../tags/tag298.xml"/><Relationship Id="rId1" Type="http://schemas.openxmlformats.org/officeDocument/2006/relationships/tags" Target="../tags/tag293.xml"/></Relationships>
</file>

<file path=ppt/slides/_rels/slide20.xml.rels><?xml version="1.0" encoding="UTF-8" standalone="yes"?>
<Relationships xmlns="http://schemas.openxmlformats.org/package/2006/relationships"><Relationship Id="rId9" Type="http://schemas.openxmlformats.org/officeDocument/2006/relationships/tags" Target="../tags/tag304.xml"/><Relationship Id="rId8" Type="http://schemas.openxmlformats.org/officeDocument/2006/relationships/tags" Target="../tags/tag303.xml"/><Relationship Id="rId7" Type="http://schemas.openxmlformats.org/officeDocument/2006/relationships/tags" Target="../tags/tag30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0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20.xml"/><Relationship Id="rId13" Type="http://schemas.openxmlformats.org/officeDocument/2006/relationships/slideLayout" Target="../slideLayouts/slideLayout9.xml"/><Relationship Id="rId12" Type="http://schemas.openxmlformats.org/officeDocument/2006/relationships/tags" Target="../tags/tag306.xml"/><Relationship Id="rId11" Type="http://schemas.openxmlformats.org/officeDocument/2006/relationships/image" Target="../media/image19.png"/><Relationship Id="rId10" Type="http://schemas.openxmlformats.org/officeDocument/2006/relationships/tags" Target="../tags/tag305.xml"/><Relationship Id="rId1" Type="http://schemas.openxmlformats.org/officeDocument/2006/relationships/tags" Target="../tags/tag300.xml"/></Relationships>
</file>

<file path=ppt/slides/_rels/slide21.xml.rels><?xml version="1.0" encoding="UTF-8" standalone="yes"?>
<Relationships xmlns="http://schemas.openxmlformats.org/package/2006/relationships"><Relationship Id="rId9" Type="http://schemas.openxmlformats.org/officeDocument/2006/relationships/tags" Target="../tags/tag311.xml"/><Relationship Id="rId8" Type="http://schemas.openxmlformats.org/officeDocument/2006/relationships/tags" Target="../tags/tag310.xml"/><Relationship Id="rId7" Type="http://schemas.openxmlformats.org/officeDocument/2006/relationships/tags" Target="../tags/tag30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0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1.xml"/><Relationship Id="rId14" Type="http://schemas.openxmlformats.org/officeDocument/2006/relationships/slideLayout" Target="../slideLayouts/slideLayout9.xml"/><Relationship Id="rId13" Type="http://schemas.openxmlformats.org/officeDocument/2006/relationships/tags" Target="../tags/tag313.xml"/><Relationship Id="rId12" Type="http://schemas.openxmlformats.org/officeDocument/2006/relationships/image" Target="../media/image21.png"/><Relationship Id="rId11" Type="http://schemas.openxmlformats.org/officeDocument/2006/relationships/image" Target="../media/image20.png"/><Relationship Id="rId10" Type="http://schemas.openxmlformats.org/officeDocument/2006/relationships/tags" Target="../tags/tag312.xml"/><Relationship Id="rId1" Type="http://schemas.openxmlformats.org/officeDocument/2006/relationships/tags" Target="../tags/tag307.xml"/></Relationships>
</file>

<file path=ppt/slides/_rels/slide22.xml.rels><?xml version="1.0" encoding="UTF-8" standalone="yes"?>
<Relationships xmlns="http://schemas.openxmlformats.org/package/2006/relationships"><Relationship Id="rId9" Type="http://schemas.openxmlformats.org/officeDocument/2006/relationships/tags" Target="../tags/tag318.xml"/><Relationship Id="rId8" Type="http://schemas.openxmlformats.org/officeDocument/2006/relationships/tags" Target="../tags/tag317.xml"/><Relationship Id="rId7" Type="http://schemas.openxmlformats.org/officeDocument/2006/relationships/tags" Target="../tags/tag31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1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22.xml"/><Relationship Id="rId11" Type="http://schemas.openxmlformats.org/officeDocument/2006/relationships/slideLayout" Target="../slideLayouts/slideLayout9.xml"/><Relationship Id="rId10" Type="http://schemas.openxmlformats.org/officeDocument/2006/relationships/tags" Target="../tags/tag319.xml"/><Relationship Id="rId1" Type="http://schemas.openxmlformats.org/officeDocument/2006/relationships/tags" Target="../tags/tag314.xml"/></Relationships>
</file>

<file path=ppt/slides/_rels/slide23.xml.rels><?xml version="1.0" encoding="UTF-8" standalone="yes"?>
<Relationships xmlns="http://schemas.openxmlformats.org/package/2006/relationships"><Relationship Id="rId9" Type="http://schemas.openxmlformats.org/officeDocument/2006/relationships/tags" Target="../tags/tag324.xml"/><Relationship Id="rId8" Type="http://schemas.openxmlformats.org/officeDocument/2006/relationships/tags" Target="../tags/tag323.xml"/><Relationship Id="rId7" Type="http://schemas.openxmlformats.org/officeDocument/2006/relationships/tags" Target="../tags/tag32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2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3.xml"/><Relationship Id="rId14" Type="http://schemas.openxmlformats.org/officeDocument/2006/relationships/slideLayout" Target="../slideLayouts/slideLayout9.xml"/><Relationship Id="rId13" Type="http://schemas.openxmlformats.org/officeDocument/2006/relationships/tags" Target="../tags/tag326.xml"/><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tags" Target="../tags/tag325.xml"/><Relationship Id="rId1" Type="http://schemas.openxmlformats.org/officeDocument/2006/relationships/tags" Target="../tags/tag320.xml"/></Relationships>
</file>

<file path=ppt/slides/_rels/slide24.xml.rels><?xml version="1.0" encoding="UTF-8" standalone="yes"?>
<Relationships xmlns="http://schemas.openxmlformats.org/package/2006/relationships"><Relationship Id="rId9" Type="http://schemas.openxmlformats.org/officeDocument/2006/relationships/tags" Target="../tags/tag331.xml"/><Relationship Id="rId8" Type="http://schemas.openxmlformats.org/officeDocument/2006/relationships/tags" Target="../tags/tag330.xml"/><Relationship Id="rId7" Type="http://schemas.openxmlformats.org/officeDocument/2006/relationships/tags" Target="../tags/tag32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2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4.xml"/><Relationship Id="rId14" Type="http://schemas.openxmlformats.org/officeDocument/2006/relationships/slideLayout" Target="../slideLayouts/slideLayout9.xml"/><Relationship Id="rId13" Type="http://schemas.openxmlformats.org/officeDocument/2006/relationships/tags" Target="../tags/tag333.xml"/><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tags" Target="../tags/tag332.xml"/><Relationship Id="rId1" Type="http://schemas.openxmlformats.org/officeDocument/2006/relationships/tags" Target="../tags/tag327.xml"/></Relationships>
</file>

<file path=ppt/slides/_rels/slide25.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3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25.xml"/><Relationship Id="rId15" Type="http://schemas.openxmlformats.org/officeDocument/2006/relationships/slideLayout" Target="../slideLayouts/slideLayout9.xml"/><Relationship Id="rId14" Type="http://schemas.openxmlformats.org/officeDocument/2006/relationships/tags" Target="../tags/tag341.xml"/><Relationship Id="rId13" Type="http://schemas.openxmlformats.org/officeDocument/2006/relationships/image" Target="../media/image25.png"/><Relationship Id="rId12" Type="http://schemas.openxmlformats.org/officeDocument/2006/relationships/image" Target="../media/image24.png"/><Relationship Id="rId11" Type="http://schemas.openxmlformats.org/officeDocument/2006/relationships/tags" Target="../tags/tag340.xml"/><Relationship Id="rId10" Type="http://schemas.openxmlformats.org/officeDocument/2006/relationships/tags" Target="../tags/tag339.xml"/><Relationship Id="rId1" Type="http://schemas.openxmlformats.org/officeDocument/2006/relationships/tags" Target="../tags/tag334.xml"/></Relationships>
</file>

<file path=ppt/slides/_rels/slide26.xml.rels><?xml version="1.0" encoding="UTF-8" standalone="yes"?>
<Relationships xmlns="http://schemas.openxmlformats.org/package/2006/relationships"><Relationship Id="rId9" Type="http://schemas.openxmlformats.org/officeDocument/2006/relationships/tags" Target="../tags/tag346.xml"/><Relationship Id="rId8" Type="http://schemas.openxmlformats.org/officeDocument/2006/relationships/tags" Target="../tags/tag345.xml"/><Relationship Id="rId7" Type="http://schemas.openxmlformats.org/officeDocument/2006/relationships/tags" Target="../tags/tag34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4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6.xml"/><Relationship Id="rId14" Type="http://schemas.openxmlformats.org/officeDocument/2006/relationships/slideLayout" Target="../slideLayouts/slideLayout9.xml"/><Relationship Id="rId13" Type="http://schemas.openxmlformats.org/officeDocument/2006/relationships/tags" Target="../tags/tag348.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47.xml"/><Relationship Id="rId1" Type="http://schemas.openxmlformats.org/officeDocument/2006/relationships/tags" Target="../tags/tag342.xml"/></Relationships>
</file>

<file path=ppt/slides/_rels/slide27.xml.rels><?xml version="1.0" encoding="UTF-8" standalone="yes"?>
<Relationships xmlns="http://schemas.openxmlformats.org/package/2006/relationships"><Relationship Id="rId9" Type="http://schemas.openxmlformats.org/officeDocument/2006/relationships/tags" Target="../tags/tag353.xml"/><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5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7.xml"/><Relationship Id="rId14" Type="http://schemas.openxmlformats.org/officeDocument/2006/relationships/slideLayout" Target="../slideLayouts/slideLayout9.xml"/><Relationship Id="rId13" Type="http://schemas.openxmlformats.org/officeDocument/2006/relationships/tags" Target="../tags/tag355.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54.xml"/><Relationship Id="rId1" Type="http://schemas.openxmlformats.org/officeDocument/2006/relationships/tags" Target="../tags/tag349.xml"/></Relationships>
</file>

<file path=ppt/slides/_rels/slide28.xml.rels><?xml version="1.0" encoding="UTF-8" standalone="yes"?>
<Relationships xmlns="http://schemas.openxmlformats.org/package/2006/relationships"><Relationship Id="rId9" Type="http://schemas.openxmlformats.org/officeDocument/2006/relationships/tags" Target="../tags/tag360.xml"/><Relationship Id="rId8" Type="http://schemas.openxmlformats.org/officeDocument/2006/relationships/tags" Target="../tags/tag359.xml"/><Relationship Id="rId7" Type="http://schemas.openxmlformats.org/officeDocument/2006/relationships/tags" Target="../tags/tag35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5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8.xml"/><Relationship Id="rId14" Type="http://schemas.openxmlformats.org/officeDocument/2006/relationships/slideLayout" Target="../slideLayouts/slideLayout9.xml"/><Relationship Id="rId13" Type="http://schemas.openxmlformats.org/officeDocument/2006/relationships/tags" Target="../tags/tag362.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61.xml"/><Relationship Id="rId1" Type="http://schemas.openxmlformats.org/officeDocument/2006/relationships/tags" Target="../tags/tag356.xml"/></Relationships>
</file>

<file path=ppt/slides/_rels/slide29.xml.rels><?xml version="1.0" encoding="UTF-8" standalone="yes"?>
<Relationships xmlns="http://schemas.openxmlformats.org/package/2006/relationships"><Relationship Id="rId9" Type="http://schemas.openxmlformats.org/officeDocument/2006/relationships/tags" Target="../tags/tag367.xml"/><Relationship Id="rId8" Type="http://schemas.openxmlformats.org/officeDocument/2006/relationships/tags" Target="../tags/tag366.xml"/><Relationship Id="rId7" Type="http://schemas.openxmlformats.org/officeDocument/2006/relationships/tags" Target="../tags/tag36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6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9.xml"/><Relationship Id="rId14" Type="http://schemas.openxmlformats.org/officeDocument/2006/relationships/slideLayout" Target="../slideLayouts/slideLayout9.xml"/><Relationship Id="rId13" Type="http://schemas.openxmlformats.org/officeDocument/2006/relationships/tags" Target="../tags/tag369.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68.xml"/><Relationship Id="rId1" Type="http://schemas.openxmlformats.org/officeDocument/2006/relationships/tags" Target="../tags/tag363.xml"/></Relationships>
</file>

<file path=ppt/slides/_rels/slide30.xml.rels><?xml version="1.0" encoding="UTF-8" standalone="yes"?>
<Relationships xmlns="http://schemas.openxmlformats.org/package/2006/relationships"><Relationship Id="rId9" Type="http://schemas.openxmlformats.org/officeDocument/2006/relationships/tags" Target="../tags/tag374.xml"/><Relationship Id="rId8" Type="http://schemas.openxmlformats.org/officeDocument/2006/relationships/tags" Target="../tags/tag373.xml"/><Relationship Id="rId7" Type="http://schemas.openxmlformats.org/officeDocument/2006/relationships/tags" Target="../tags/tag37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7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30.xml"/><Relationship Id="rId14" Type="http://schemas.openxmlformats.org/officeDocument/2006/relationships/slideLayout" Target="../slideLayouts/slideLayout9.xml"/><Relationship Id="rId13" Type="http://schemas.openxmlformats.org/officeDocument/2006/relationships/tags" Target="../tags/tag376.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75.xml"/><Relationship Id="rId1" Type="http://schemas.openxmlformats.org/officeDocument/2006/relationships/tags" Target="../tags/tag370.xml"/></Relationships>
</file>

<file path=ppt/slides/_rels/slide31.xml.rels><?xml version="1.0" encoding="UTF-8" standalone="yes"?>
<Relationships xmlns="http://schemas.openxmlformats.org/package/2006/relationships"><Relationship Id="rId9" Type="http://schemas.openxmlformats.org/officeDocument/2006/relationships/tags" Target="../tags/tag381.xml"/><Relationship Id="rId8" Type="http://schemas.openxmlformats.org/officeDocument/2006/relationships/tags" Target="../tags/tag380.xml"/><Relationship Id="rId7" Type="http://schemas.openxmlformats.org/officeDocument/2006/relationships/tags" Target="../tags/tag37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7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31.xml"/><Relationship Id="rId14" Type="http://schemas.openxmlformats.org/officeDocument/2006/relationships/slideLayout" Target="../slideLayouts/slideLayout9.xml"/><Relationship Id="rId13" Type="http://schemas.openxmlformats.org/officeDocument/2006/relationships/tags" Target="../tags/tag383.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82.xml"/><Relationship Id="rId1" Type="http://schemas.openxmlformats.org/officeDocument/2006/relationships/tags" Target="../tags/tag377.xml"/></Relationships>
</file>

<file path=ppt/slides/_rels/slide32.xml.rels><?xml version="1.0" encoding="UTF-8" standalone="yes"?>
<Relationships xmlns="http://schemas.openxmlformats.org/package/2006/relationships"><Relationship Id="rId9" Type="http://schemas.openxmlformats.org/officeDocument/2006/relationships/tags" Target="../tags/tag388.xml"/><Relationship Id="rId8" Type="http://schemas.openxmlformats.org/officeDocument/2006/relationships/tags" Target="../tags/tag387.xml"/><Relationship Id="rId7" Type="http://schemas.openxmlformats.org/officeDocument/2006/relationships/tags" Target="../tags/tag38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8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32.xml"/><Relationship Id="rId14" Type="http://schemas.openxmlformats.org/officeDocument/2006/relationships/slideLayout" Target="../slideLayouts/slideLayout9.xml"/><Relationship Id="rId13" Type="http://schemas.openxmlformats.org/officeDocument/2006/relationships/tags" Target="../tags/tag390.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89.xml"/><Relationship Id="rId1" Type="http://schemas.openxmlformats.org/officeDocument/2006/relationships/tags" Target="../tags/tag384.xml"/></Relationships>
</file>

<file path=ppt/slides/_rels/slide33.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9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33.xml"/><Relationship Id="rId14" Type="http://schemas.openxmlformats.org/officeDocument/2006/relationships/slideLayout" Target="../slideLayouts/slideLayout9.xml"/><Relationship Id="rId13" Type="http://schemas.openxmlformats.org/officeDocument/2006/relationships/tags" Target="../tags/tag397.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396.xml"/><Relationship Id="rId1" Type="http://schemas.openxmlformats.org/officeDocument/2006/relationships/tags" Target="../tags/tag391.xml"/></Relationships>
</file>

<file path=ppt/slides/_rels/slide34.xml.rels><?xml version="1.0" encoding="UTF-8" standalone="yes"?>
<Relationships xmlns="http://schemas.openxmlformats.org/package/2006/relationships"><Relationship Id="rId9" Type="http://schemas.openxmlformats.org/officeDocument/2006/relationships/tags" Target="../tags/tag402.xml"/><Relationship Id="rId8" Type="http://schemas.openxmlformats.org/officeDocument/2006/relationships/tags" Target="../tags/tag401.xml"/><Relationship Id="rId7" Type="http://schemas.openxmlformats.org/officeDocument/2006/relationships/tags" Target="../tags/tag40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9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34.xml"/><Relationship Id="rId14" Type="http://schemas.openxmlformats.org/officeDocument/2006/relationships/slideLayout" Target="../slideLayouts/slideLayout9.xml"/><Relationship Id="rId13" Type="http://schemas.openxmlformats.org/officeDocument/2006/relationships/tags" Target="../tags/tag404.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tags" Target="../tags/tag403.xml"/><Relationship Id="rId1" Type="http://schemas.openxmlformats.org/officeDocument/2006/relationships/tags" Target="../tags/tag398.xml"/></Relationships>
</file>

<file path=ppt/slides/_rels/slide35.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0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5.xml"/><Relationship Id="rId15" Type="http://schemas.openxmlformats.org/officeDocument/2006/relationships/slideLayout" Target="../slideLayouts/slideLayout9.xml"/><Relationship Id="rId14" Type="http://schemas.openxmlformats.org/officeDocument/2006/relationships/tags" Target="../tags/tag411.xml"/><Relationship Id="rId13" Type="http://schemas.openxmlformats.org/officeDocument/2006/relationships/image" Target="../media/image28.png"/><Relationship Id="rId12" Type="http://schemas.openxmlformats.org/officeDocument/2006/relationships/image" Target="../media/image27.png"/><Relationship Id="rId11" Type="http://schemas.openxmlformats.org/officeDocument/2006/relationships/image" Target="../media/image26.png"/><Relationship Id="rId10" Type="http://schemas.openxmlformats.org/officeDocument/2006/relationships/tags" Target="../tags/tag410.xml"/><Relationship Id="rId1" Type="http://schemas.openxmlformats.org/officeDocument/2006/relationships/tags" Target="../tags/tag405.xml"/></Relationships>
</file>

<file path=ppt/slides/_rels/slide36.xml.rels><?xml version="1.0" encoding="UTF-8" standalone="yes"?>
<Relationships xmlns="http://schemas.openxmlformats.org/package/2006/relationships"><Relationship Id="rId9" Type="http://schemas.openxmlformats.org/officeDocument/2006/relationships/tags" Target="../tags/tag416.xml"/><Relationship Id="rId8" Type="http://schemas.openxmlformats.org/officeDocument/2006/relationships/tags" Target="../tags/tag415.xml"/><Relationship Id="rId7" Type="http://schemas.openxmlformats.org/officeDocument/2006/relationships/tags" Target="../tags/tag41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1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36.xml"/><Relationship Id="rId13" Type="http://schemas.openxmlformats.org/officeDocument/2006/relationships/slideLayout" Target="../slideLayouts/slideLayout9.xml"/><Relationship Id="rId12" Type="http://schemas.openxmlformats.org/officeDocument/2006/relationships/tags" Target="../tags/tag418.xml"/><Relationship Id="rId11" Type="http://schemas.openxmlformats.org/officeDocument/2006/relationships/image" Target="../media/image29.png"/><Relationship Id="rId10" Type="http://schemas.openxmlformats.org/officeDocument/2006/relationships/tags" Target="../tags/tag417.xml"/><Relationship Id="rId1" Type="http://schemas.openxmlformats.org/officeDocument/2006/relationships/tags" Target="../tags/tag412.xml"/></Relationships>
</file>

<file path=ppt/slides/_rels/slide37.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tags" Target="../tags/tag422.xml"/><Relationship Id="rId7" Type="http://schemas.openxmlformats.org/officeDocument/2006/relationships/tags" Target="../tags/tag42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2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37.xml"/><Relationship Id="rId13" Type="http://schemas.openxmlformats.org/officeDocument/2006/relationships/slideLayout" Target="../slideLayouts/slideLayout9.xml"/><Relationship Id="rId12" Type="http://schemas.openxmlformats.org/officeDocument/2006/relationships/tags" Target="../tags/tag425.xml"/><Relationship Id="rId11" Type="http://schemas.openxmlformats.org/officeDocument/2006/relationships/image" Target="../media/image30.png"/><Relationship Id="rId10" Type="http://schemas.openxmlformats.org/officeDocument/2006/relationships/tags" Target="../tags/tag424.xml"/><Relationship Id="rId1" Type="http://schemas.openxmlformats.org/officeDocument/2006/relationships/tags" Target="../tags/tag419.xml"/></Relationships>
</file>

<file path=ppt/slides/_rels/slide38.xml.rels><?xml version="1.0" encoding="UTF-8" standalone="yes"?>
<Relationships xmlns="http://schemas.openxmlformats.org/package/2006/relationships"><Relationship Id="rId9" Type="http://schemas.openxmlformats.org/officeDocument/2006/relationships/tags" Target="../tags/tag430.xml"/><Relationship Id="rId8" Type="http://schemas.openxmlformats.org/officeDocument/2006/relationships/tags" Target="../tags/tag429.xml"/><Relationship Id="rId7" Type="http://schemas.openxmlformats.org/officeDocument/2006/relationships/tags" Target="../tags/tag42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2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38.xml"/><Relationship Id="rId13" Type="http://schemas.openxmlformats.org/officeDocument/2006/relationships/slideLayout" Target="../slideLayouts/slideLayout9.xml"/><Relationship Id="rId12" Type="http://schemas.openxmlformats.org/officeDocument/2006/relationships/tags" Target="../tags/tag432.xml"/><Relationship Id="rId11" Type="http://schemas.openxmlformats.org/officeDocument/2006/relationships/image" Target="../media/image30.png"/><Relationship Id="rId10" Type="http://schemas.openxmlformats.org/officeDocument/2006/relationships/tags" Target="../tags/tag431.xml"/><Relationship Id="rId1" Type="http://schemas.openxmlformats.org/officeDocument/2006/relationships/tags" Target="../tags/tag426.xml"/></Relationships>
</file>

<file path=ppt/slides/_rels/slide39.xml.rels><?xml version="1.0" encoding="UTF-8" standalone="yes"?>
<Relationships xmlns="http://schemas.openxmlformats.org/package/2006/relationships"><Relationship Id="rId9" Type="http://schemas.openxmlformats.org/officeDocument/2006/relationships/tags" Target="../tags/tag437.xml"/><Relationship Id="rId8" Type="http://schemas.openxmlformats.org/officeDocument/2006/relationships/tags" Target="../tags/tag436.xml"/><Relationship Id="rId7" Type="http://schemas.openxmlformats.org/officeDocument/2006/relationships/tags" Target="../tags/tag43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3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39.xml"/><Relationship Id="rId13" Type="http://schemas.openxmlformats.org/officeDocument/2006/relationships/slideLayout" Target="../slideLayouts/slideLayout9.xml"/><Relationship Id="rId12" Type="http://schemas.openxmlformats.org/officeDocument/2006/relationships/tags" Target="../tags/tag439.xml"/><Relationship Id="rId11" Type="http://schemas.openxmlformats.org/officeDocument/2006/relationships/image" Target="../media/image30.png"/><Relationship Id="rId10" Type="http://schemas.openxmlformats.org/officeDocument/2006/relationships/tags" Target="../tags/tag438.xml"/><Relationship Id="rId1" Type="http://schemas.openxmlformats.org/officeDocument/2006/relationships/tags" Target="../tags/tag433.xml"/></Relationships>
</file>

<file path=ppt/slides/_rels/slide40.xml.rels><?xml version="1.0" encoding="UTF-8" standalone="yes"?>
<Relationships xmlns="http://schemas.openxmlformats.org/package/2006/relationships"><Relationship Id="rId9" Type="http://schemas.openxmlformats.org/officeDocument/2006/relationships/tags" Target="../tags/tag444.xml"/><Relationship Id="rId8" Type="http://schemas.openxmlformats.org/officeDocument/2006/relationships/tags" Target="../tags/tag443.xml"/><Relationship Id="rId7" Type="http://schemas.openxmlformats.org/officeDocument/2006/relationships/tags" Target="../tags/tag44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4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40.xml"/><Relationship Id="rId14" Type="http://schemas.openxmlformats.org/officeDocument/2006/relationships/slideLayout" Target="../slideLayouts/slideLayout9.xml"/><Relationship Id="rId13" Type="http://schemas.openxmlformats.org/officeDocument/2006/relationships/tags" Target="../tags/tag447.xml"/><Relationship Id="rId12" Type="http://schemas.openxmlformats.org/officeDocument/2006/relationships/image" Target="../media/image31.png"/><Relationship Id="rId11" Type="http://schemas.openxmlformats.org/officeDocument/2006/relationships/tags" Target="../tags/tag446.xml"/><Relationship Id="rId10" Type="http://schemas.openxmlformats.org/officeDocument/2006/relationships/tags" Target="../tags/tag445.xml"/><Relationship Id="rId1" Type="http://schemas.openxmlformats.org/officeDocument/2006/relationships/tags" Target="../tags/tag440.xml"/></Relationships>
</file>

<file path=ppt/slides/_rels/slide41.xml.rels><?xml version="1.0" encoding="UTF-8" standalone="yes"?>
<Relationships xmlns="http://schemas.openxmlformats.org/package/2006/relationships"><Relationship Id="rId9" Type="http://schemas.openxmlformats.org/officeDocument/2006/relationships/tags" Target="../tags/tag452.xml"/><Relationship Id="rId8" Type="http://schemas.openxmlformats.org/officeDocument/2006/relationships/tags" Target="../tags/tag451.xml"/><Relationship Id="rId7" Type="http://schemas.openxmlformats.org/officeDocument/2006/relationships/tags" Target="../tags/tag45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4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41.xml"/><Relationship Id="rId14" Type="http://schemas.openxmlformats.org/officeDocument/2006/relationships/slideLayout" Target="../slideLayouts/slideLayout9.xml"/><Relationship Id="rId13" Type="http://schemas.openxmlformats.org/officeDocument/2006/relationships/tags" Target="../tags/tag455.xml"/><Relationship Id="rId12" Type="http://schemas.openxmlformats.org/officeDocument/2006/relationships/image" Target="../media/image31.png"/><Relationship Id="rId11" Type="http://schemas.openxmlformats.org/officeDocument/2006/relationships/tags" Target="../tags/tag454.xml"/><Relationship Id="rId10" Type="http://schemas.openxmlformats.org/officeDocument/2006/relationships/tags" Target="../tags/tag453.xml"/><Relationship Id="rId1" Type="http://schemas.openxmlformats.org/officeDocument/2006/relationships/tags" Target="../tags/tag448.xml"/></Relationships>
</file>

<file path=ppt/slides/_rels/slide42.xml.rels><?xml version="1.0" encoding="UTF-8" standalone="yes"?>
<Relationships xmlns="http://schemas.openxmlformats.org/package/2006/relationships"><Relationship Id="rId9" Type="http://schemas.openxmlformats.org/officeDocument/2006/relationships/tags" Target="../tags/tag460.xml"/><Relationship Id="rId8" Type="http://schemas.openxmlformats.org/officeDocument/2006/relationships/tags" Target="../tags/tag459.xml"/><Relationship Id="rId7" Type="http://schemas.openxmlformats.org/officeDocument/2006/relationships/tags" Target="../tags/tag45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5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42.xml"/><Relationship Id="rId17" Type="http://schemas.openxmlformats.org/officeDocument/2006/relationships/slideLayout" Target="../slideLayouts/slideLayout9.xml"/><Relationship Id="rId16" Type="http://schemas.openxmlformats.org/officeDocument/2006/relationships/tags" Target="../tags/tag467.xml"/><Relationship Id="rId15" Type="http://schemas.openxmlformats.org/officeDocument/2006/relationships/tags" Target="../tags/tag466.xml"/><Relationship Id="rId14" Type="http://schemas.openxmlformats.org/officeDocument/2006/relationships/tags" Target="../tags/tag465.xml"/><Relationship Id="rId13" Type="http://schemas.openxmlformats.org/officeDocument/2006/relationships/tags" Target="../tags/tag464.xml"/><Relationship Id="rId12" Type="http://schemas.openxmlformats.org/officeDocument/2006/relationships/tags" Target="../tags/tag463.xml"/><Relationship Id="rId11" Type="http://schemas.openxmlformats.org/officeDocument/2006/relationships/tags" Target="../tags/tag462.xml"/><Relationship Id="rId10" Type="http://schemas.openxmlformats.org/officeDocument/2006/relationships/tags" Target="../tags/tag461.xml"/><Relationship Id="rId1" Type="http://schemas.openxmlformats.org/officeDocument/2006/relationships/tags" Target="../tags/tag456.xml"/></Relationships>
</file>

<file path=ppt/slides/_rels/slide43.xml.rels><?xml version="1.0" encoding="UTF-8" standalone="yes"?>
<Relationships xmlns="http://schemas.openxmlformats.org/package/2006/relationships"><Relationship Id="rId9" Type="http://schemas.openxmlformats.org/officeDocument/2006/relationships/tags" Target="../tags/tag472.xml"/><Relationship Id="rId8" Type="http://schemas.openxmlformats.org/officeDocument/2006/relationships/tags" Target="../tags/tag471.xml"/><Relationship Id="rId7" Type="http://schemas.openxmlformats.org/officeDocument/2006/relationships/tags" Target="../tags/tag47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6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43.xml"/><Relationship Id="rId11" Type="http://schemas.openxmlformats.org/officeDocument/2006/relationships/slideLayout" Target="../slideLayouts/slideLayout9.xml"/><Relationship Id="rId10" Type="http://schemas.openxmlformats.org/officeDocument/2006/relationships/tags" Target="../tags/tag473.xml"/><Relationship Id="rId1" Type="http://schemas.openxmlformats.org/officeDocument/2006/relationships/tags" Target="../tags/tag468.xml"/></Relationships>
</file>

<file path=ppt/slides/_rels/slide44.xml.rels><?xml version="1.0" encoding="UTF-8" standalone="yes"?>
<Relationships xmlns="http://schemas.openxmlformats.org/package/2006/relationships"><Relationship Id="rId9" Type="http://schemas.openxmlformats.org/officeDocument/2006/relationships/tags" Target="../tags/tag478.xml"/><Relationship Id="rId8" Type="http://schemas.openxmlformats.org/officeDocument/2006/relationships/tags" Target="../tags/tag477.xml"/><Relationship Id="rId7" Type="http://schemas.openxmlformats.org/officeDocument/2006/relationships/tags" Target="../tags/tag47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7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44.xml"/><Relationship Id="rId11" Type="http://schemas.openxmlformats.org/officeDocument/2006/relationships/slideLayout" Target="../slideLayouts/slideLayout9.xml"/><Relationship Id="rId10" Type="http://schemas.openxmlformats.org/officeDocument/2006/relationships/tags" Target="../tags/tag479.xml"/><Relationship Id="rId1" Type="http://schemas.openxmlformats.org/officeDocument/2006/relationships/tags" Target="../tags/tag474.xml"/></Relationships>
</file>

<file path=ppt/slides/_rels/slide45.xml.rels><?xml version="1.0" encoding="UTF-8" standalone="yes"?>
<Relationships xmlns="http://schemas.openxmlformats.org/package/2006/relationships"><Relationship Id="rId9" Type="http://schemas.openxmlformats.org/officeDocument/2006/relationships/tags" Target="../tags/tag484.xml"/><Relationship Id="rId8" Type="http://schemas.openxmlformats.org/officeDocument/2006/relationships/tags" Target="../tags/tag483.xml"/><Relationship Id="rId7" Type="http://schemas.openxmlformats.org/officeDocument/2006/relationships/tags" Target="../tags/tag48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8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45.xml"/><Relationship Id="rId11" Type="http://schemas.openxmlformats.org/officeDocument/2006/relationships/slideLayout" Target="../slideLayouts/slideLayout9.xml"/><Relationship Id="rId10" Type="http://schemas.openxmlformats.org/officeDocument/2006/relationships/tags" Target="../tags/tag485.xml"/><Relationship Id="rId1" Type="http://schemas.openxmlformats.org/officeDocument/2006/relationships/tags" Target="../tags/tag480.xml"/></Relationships>
</file>

<file path=ppt/slides/_rels/slide46.xml.rels><?xml version="1.0" encoding="UTF-8" standalone="yes"?>
<Relationships xmlns="http://schemas.openxmlformats.org/package/2006/relationships"><Relationship Id="rId9" Type="http://schemas.openxmlformats.org/officeDocument/2006/relationships/tags" Target="../tags/tag490.xml"/><Relationship Id="rId8" Type="http://schemas.openxmlformats.org/officeDocument/2006/relationships/tags" Target="../tags/tag489.xml"/><Relationship Id="rId7" Type="http://schemas.openxmlformats.org/officeDocument/2006/relationships/tags" Target="../tags/tag48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8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46.xml"/><Relationship Id="rId17" Type="http://schemas.openxmlformats.org/officeDocument/2006/relationships/slideLayout" Target="../slideLayouts/slideLayout9.xml"/><Relationship Id="rId16" Type="http://schemas.openxmlformats.org/officeDocument/2006/relationships/tags" Target="../tags/tag495.xml"/><Relationship Id="rId15" Type="http://schemas.openxmlformats.org/officeDocument/2006/relationships/tags" Target="../tags/tag494.xml"/><Relationship Id="rId14" Type="http://schemas.openxmlformats.org/officeDocument/2006/relationships/image" Target="../media/image33.png"/><Relationship Id="rId13" Type="http://schemas.openxmlformats.org/officeDocument/2006/relationships/image" Target="../media/image32.png"/><Relationship Id="rId12" Type="http://schemas.openxmlformats.org/officeDocument/2006/relationships/tags" Target="../tags/tag493.xml"/><Relationship Id="rId11" Type="http://schemas.openxmlformats.org/officeDocument/2006/relationships/tags" Target="../tags/tag492.xml"/><Relationship Id="rId10" Type="http://schemas.openxmlformats.org/officeDocument/2006/relationships/tags" Target="../tags/tag491.xml"/><Relationship Id="rId1" Type="http://schemas.openxmlformats.org/officeDocument/2006/relationships/tags" Target="../tags/tag486.xml"/></Relationships>
</file>

<file path=ppt/slides/_rels/slide47.xml.rels><?xml version="1.0" encoding="UTF-8" standalone="yes"?>
<Relationships xmlns="http://schemas.openxmlformats.org/package/2006/relationships"><Relationship Id="rId9" Type="http://schemas.openxmlformats.org/officeDocument/2006/relationships/tags" Target="../tags/tag500.xml"/><Relationship Id="rId8" Type="http://schemas.openxmlformats.org/officeDocument/2006/relationships/tags" Target="../tags/tag499.xml"/><Relationship Id="rId7" Type="http://schemas.openxmlformats.org/officeDocument/2006/relationships/tags" Target="../tags/tag49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9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47.xml"/><Relationship Id="rId13" Type="http://schemas.openxmlformats.org/officeDocument/2006/relationships/slideLayout" Target="../slideLayouts/slideLayout9.xml"/><Relationship Id="rId12" Type="http://schemas.openxmlformats.org/officeDocument/2006/relationships/tags" Target="../tags/tag502.xml"/><Relationship Id="rId11" Type="http://schemas.openxmlformats.org/officeDocument/2006/relationships/image" Target="../media/image34.png"/><Relationship Id="rId10" Type="http://schemas.openxmlformats.org/officeDocument/2006/relationships/tags" Target="../tags/tag501.xml"/><Relationship Id="rId1" Type="http://schemas.openxmlformats.org/officeDocument/2006/relationships/tags" Target="../tags/tag496.xml"/></Relationships>
</file>

<file path=ppt/slides/_rels/slide48.xml.rels><?xml version="1.0" encoding="UTF-8" standalone="yes"?>
<Relationships xmlns="http://schemas.openxmlformats.org/package/2006/relationships"><Relationship Id="rId9" Type="http://schemas.openxmlformats.org/officeDocument/2006/relationships/tags" Target="../tags/tag507.xml"/><Relationship Id="rId8" Type="http://schemas.openxmlformats.org/officeDocument/2006/relationships/tags" Target="../tags/tag506.xml"/><Relationship Id="rId7" Type="http://schemas.openxmlformats.org/officeDocument/2006/relationships/tags" Target="../tags/tag50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0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48.xml"/><Relationship Id="rId13" Type="http://schemas.openxmlformats.org/officeDocument/2006/relationships/slideLayout" Target="../slideLayouts/slideLayout9.xml"/><Relationship Id="rId12" Type="http://schemas.openxmlformats.org/officeDocument/2006/relationships/tags" Target="../tags/tag509.xml"/><Relationship Id="rId11" Type="http://schemas.openxmlformats.org/officeDocument/2006/relationships/image" Target="../media/image35.png"/><Relationship Id="rId10" Type="http://schemas.openxmlformats.org/officeDocument/2006/relationships/tags" Target="../tags/tag508.xml"/><Relationship Id="rId1" Type="http://schemas.openxmlformats.org/officeDocument/2006/relationships/tags" Target="../tags/tag503.xml"/></Relationships>
</file>

<file path=ppt/slides/_rels/slide49.xml.rels><?xml version="1.0" encoding="UTF-8" standalone="yes"?>
<Relationships xmlns="http://schemas.openxmlformats.org/package/2006/relationships"><Relationship Id="rId9" Type="http://schemas.openxmlformats.org/officeDocument/2006/relationships/tags" Target="../tags/tag514.xml"/><Relationship Id="rId8" Type="http://schemas.openxmlformats.org/officeDocument/2006/relationships/tags" Target="../tags/tag513.xml"/><Relationship Id="rId7" Type="http://schemas.openxmlformats.org/officeDocument/2006/relationships/tags" Target="../tags/tag51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1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49.xml"/><Relationship Id="rId13" Type="http://schemas.openxmlformats.org/officeDocument/2006/relationships/slideLayout" Target="../slideLayouts/slideLayout9.xml"/><Relationship Id="rId12" Type="http://schemas.openxmlformats.org/officeDocument/2006/relationships/tags" Target="../tags/tag516.xml"/><Relationship Id="rId11" Type="http://schemas.openxmlformats.org/officeDocument/2006/relationships/tags" Target="../tags/tag515.xml"/><Relationship Id="rId10" Type="http://schemas.openxmlformats.org/officeDocument/2006/relationships/image" Target="../media/image36.png"/><Relationship Id="rId1" Type="http://schemas.openxmlformats.org/officeDocument/2006/relationships/tags" Target="../tags/tag510.xml"/></Relationships>
</file>

<file path=ppt/slides/_rels/slide50.xml.rels><?xml version="1.0" encoding="UTF-8" standalone="yes"?>
<Relationships xmlns="http://schemas.openxmlformats.org/package/2006/relationships"><Relationship Id="rId9" Type="http://schemas.openxmlformats.org/officeDocument/2006/relationships/tags" Target="../tags/tag521.xml"/><Relationship Id="rId8" Type="http://schemas.openxmlformats.org/officeDocument/2006/relationships/tags" Target="../tags/tag520.xml"/><Relationship Id="rId7" Type="http://schemas.openxmlformats.org/officeDocument/2006/relationships/tags" Target="../tags/tag51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1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0.xml"/><Relationship Id="rId13" Type="http://schemas.openxmlformats.org/officeDocument/2006/relationships/slideLayout" Target="../slideLayouts/slideLayout9.xml"/><Relationship Id="rId12" Type="http://schemas.openxmlformats.org/officeDocument/2006/relationships/tags" Target="../tags/tag524.xml"/><Relationship Id="rId11" Type="http://schemas.openxmlformats.org/officeDocument/2006/relationships/tags" Target="../tags/tag523.xml"/><Relationship Id="rId10" Type="http://schemas.openxmlformats.org/officeDocument/2006/relationships/tags" Target="../tags/tag522.xml"/><Relationship Id="rId1" Type="http://schemas.openxmlformats.org/officeDocument/2006/relationships/tags" Target="../tags/tag517.xml"/></Relationships>
</file>

<file path=ppt/slides/_rels/slide51.xml.rels><?xml version="1.0" encoding="UTF-8" standalone="yes"?>
<Relationships xmlns="http://schemas.openxmlformats.org/package/2006/relationships"><Relationship Id="rId9" Type="http://schemas.openxmlformats.org/officeDocument/2006/relationships/tags" Target="../tags/tag529.xml"/><Relationship Id="rId8" Type="http://schemas.openxmlformats.org/officeDocument/2006/relationships/tags" Target="../tags/tag528.xml"/><Relationship Id="rId7" Type="http://schemas.openxmlformats.org/officeDocument/2006/relationships/tags" Target="../tags/tag52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2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1.xml"/><Relationship Id="rId11" Type="http://schemas.openxmlformats.org/officeDocument/2006/relationships/slideLayout" Target="../slideLayouts/slideLayout9.xml"/><Relationship Id="rId10" Type="http://schemas.openxmlformats.org/officeDocument/2006/relationships/tags" Target="../tags/tag530.xml"/><Relationship Id="rId1" Type="http://schemas.openxmlformats.org/officeDocument/2006/relationships/tags" Target="../tags/tag525.xml"/></Relationships>
</file>

<file path=ppt/slides/_rels/slide52.xml.rels><?xml version="1.0" encoding="UTF-8" standalone="yes"?>
<Relationships xmlns="http://schemas.openxmlformats.org/package/2006/relationships"><Relationship Id="rId9" Type="http://schemas.openxmlformats.org/officeDocument/2006/relationships/tags" Target="../tags/tag535.xml"/><Relationship Id="rId8" Type="http://schemas.openxmlformats.org/officeDocument/2006/relationships/tags" Target="../tags/tag534.xml"/><Relationship Id="rId7" Type="http://schemas.openxmlformats.org/officeDocument/2006/relationships/tags" Target="../tags/tag53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3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2.xml"/><Relationship Id="rId11" Type="http://schemas.openxmlformats.org/officeDocument/2006/relationships/slideLayout" Target="../slideLayouts/slideLayout9.xml"/><Relationship Id="rId10" Type="http://schemas.openxmlformats.org/officeDocument/2006/relationships/tags" Target="../tags/tag536.xml"/><Relationship Id="rId1" Type="http://schemas.openxmlformats.org/officeDocument/2006/relationships/tags" Target="../tags/tag531.xml"/></Relationships>
</file>

<file path=ppt/slides/_rels/slide53.xml.rels><?xml version="1.0" encoding="UTF-8" standalone="yes"?>
<Relationships xmlns="http://schemas.openxmlformats.org/package/2006/relationships"><Relationship Id="rId9" Type="http://schemas.openxmlformats.org/officeDocument/2006/relationships/tags" Target="../tags/tag541.xml"/><Relationship Id="rId8" Type="http://schemas.openxmlformats.org/officeDocument/2006/relationships/tags" Target="../tags/tag540.xml"/><Relationship Id="rId7" Type="http://schemas.openxmlformats.org/officeDocument/2006/relationships/tags" Target="../tags/tag53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3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3.xml"/><Relationship Id="rId11" Type="http://schemas.openxmlformats.org/officeDocument/2006/relationships/slideLayout" Target="../slideLayouts/slideLayout9.xml"/><Relationship Id="rId10" Type="http://schemas.openxmlformats.org/officeDocument/2006/relationships/tags" Target="../tags/tag542.xml"/><Relationship Id="rId1" Type="http://schemas.openxmlformats.org/officeDocument/2006/relationships/tags" Target="../tags/tag537.xml"/></Relationships>
</file>

<file path=ppt/slides/_rels/slide54.xml.rels><?xml version="1.0" encoding="UTF-8" standalone="yes"?>
<Relationships xmlns="http://schemas.openxmlformats.org/package/2006/relationships"><Relationship Id="rId9" Type="http://schemas.openxmlformats.org/officeDocument/2006/relationships/tags" Target="../tags/tag547.xml"/><Relationship Id="rId8" Type="http://schemas.openxmlformats.org/officeDocument/2006/relationships/tags" Target="../tags/tag546.xml"/><Relationship Id="rId7" Type="http://schemas.openxmlformats.org/officeDocument/2006/relationships/tags" Target="../tags/tag54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4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4.xml"/><Relationship Id="rId11" Type="http://schemas.openxmlformats.org/officeDocument/2006/relationships/slideLayout" Target="../slideLayouts/slideLayout9.xml"/><Relationship Id="rId10" Type="http://schemas.openxmlformats.org/officeDocument/2006/relationships/tags" Target="../tags/tag548.xml"/><Relationship Id="rId1" Type="http://schemas.openxmlformats.org/officeDocument/2006/relationships/tags" Target="../tags/tag543.xml"/></Relationships>
</file>

<file path=ppt/slides/_rels/slide55.xml.rels><?xml version="1.0" encoding="UTF-8" standalone="yes"?>
<Relationships xmlns="http://schemas.openxmlformats.org/package/2006/relationships"><Relationship Id="rId9" Type="http://schemas.openxmlformats.org/officeDocument/2006/relationships/tags" Target="../tags/tag553.xml"/><Relationship Id="rId8" Type="http://schemas.openxmlformats.org/officeDocument/2006/relationships/tags" Target="../tags/tag552.xml"/><Relationship Id="rId7" Type="http://schemas.openxmlformats.org/officeDocument/2006/relationships/tags" Target="../tags/tag55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5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5.xml"/><Relationship Id="rId11" Type="http://schemas.openxmlformats.org/officeDocument/2006/relationships/slideLayout" Target="../slideLayouts/slideLayout9.xml"/><Relationship Id="rId10" Type="http://schemas.openxmlformats.org/officeDocument/2006/relationships/tags" Target="../tags/tag554.xml"/><Relationship Id="rId1" Type="http://schemas.openxmlformats.org/officeDocument/2006/relationships/tags" Target="../tags/tag549.xml"/></Relationships>
</file>

<file path=ppt/slides/_rels/slide56.xml.rels><?xml version="1.0" encoding="UTF-8" standalone="yes"?>
<Relationships xmlns="http://schemas.openxmlformats.org/package/2006/relationships"><Relationship Id="rId9" Type="http://schemas.openxmlformats.org/officeDocument/2006/relationships/tags" Target="../tags/tag559.xml"/><Relationship Id="rId8" Type="http://schemas.openxmlformats.org/officeDocument/2006/relationships/tags" Target="../tags/tag558.xml"/><Relationship Id="rId7" Type="http://schemas.openxmlformats.org/officeDocument/2006/relationships/tags" Target="../tags/tag55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5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6.xml"/><Relationship Id="rId11" Type="http://schemas.openxmlformats.org/officeDocument/2006/relationships/slideLayout" Target="../slideLayouts/slideLayout9.xml"/><Relationship Id="rId10" Type="http://schemas.openxmlformats.org/officeDocument/2006/relationships/tags" Target="../tags/tag560.xml"/><Relationship Id="rId1" Type="http://schemas.openxmlformats.org/officeDocument/2006/relationships/tags" Target="../tags/tag555.xml"/></Relationships>
</file>

<file path=ppt/slides/_rels/slide57.xml.rels><?xml version="1.0" encoding="UTF-8" standalone="yes"?>
<Relationships xmlns="http://schemas.openxmlformats.org/package/2006/relationships"><Relationship Id="rId9" Type="http://schemas.openxmlformats.org/officeDocument/2006/relationships/tags" Target="../tags/tag565.xml"/><Relationship Id="rId8" Type="http://schemas.openxmlformats.org/officeDocument/2006/relationships/tags" Target="../tags/tag564.xml"/><Relationship Id="rId7" Type="http://schemas.openxmlformats.org/officeDocument/2006/relationships/tags" Target="../tags/tag56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6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7.xml"/><Relationship Id="rId11" Type="http://schemas.openxmlformats.org/officeDocument/2006/relationships/slideLayout" Target="../slideLayouts/slideLayout9.xml"/><Relationship Id="rId10" Type="http://schemas.openxmlformats.org/officeDocument/2006/relationships/tags" Target="../tags/tag566.xml"/><Relationship Id="rId1" Type="http://schemas.openxmlformats.org/officeDocument/2006/relationships/tags" Target="../tags/tag561.xml"/></Relationships>
</file>

<file path=ppt/slides/_rels/slide58.xml.rels><?xml version="1.0" encoding="UTF-8" standalone="yes"?>
<Relationships xmlns="http://schemas.openxmlformats.org/package/2006/relationships"><Relationship Id="rId9" Type="http://schemas.openxmlformats.org/officeDocument/2006/relationships/tags" Target="../tags/tag571.xml"/><Relationship Id="rId8" Type="http://schemas.openxmlformats.org/officeDocument/2006/relationships/tags" Target="../tags/tag570.xml"/><Relationship Id="rId7" Type="http://schemas.openxmlformats.org/officeDocument/2006/relationships/tags" Target="../tags/tag56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6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8.xml"/><Relationship Id="rId11" Type="http://schemas.openxmlformats.org/officeDocument/2006/relationships/slideLayout" Target="../slideLayouts/slideLayout9.xml"/><Relationship Id="rId10" Type="http://schemas.openxmlformats.org/officeDocument/2006/relationships/tags" Target="../tags/tag572.xml"/><Relationship Id="rId1" Type="http://schemas.openxmlformats.org/officeDocument/2006/relationships/tags" Target="../tags/tag567.xml"/></Relationships>
</file>

<file path=ppt/slides/_rels/slide59.xml.rels><?xml version="1.0" encoding="UTF-8" standalone="yes"?>
<Relationships xmlns="http://schemas.openxmlformats.org/package/2006/relationships"><Relationship Id="rId9" Type="http://schemas.openxmlformats.org/officeDocument/2006/relationships/tags" Target="../tags/tag577.xml"/><Relationship Id="rId8" Type="http://schemas.openxmlformats.org/officeDocument/2006/relationships/tags" Target="../tags/tag576.xml"/><Relationship Id="rId7" Type="http://schemas.openxmlformats.org/officeDocument/2006/relationships/tags" Target="../tags/tag57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7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9.xml"/><Relationship Id="rId11" Type="http://schemas.openxmlformats.org/officeDocument/2006/relationships/slideLayout" Target="../slideLayouts/slideLayout9.xml"/><Relationship Id="rId10" Type="http://schemas.openxmlformats.org/officeDocument/2006/relationships/tags" Target="../tags/tag578.xml"/><Relationship Id="rId1" Type="http://schemas.openxmlformats.org/officeDocument/2006/relationships/tags" Target="../tags/tag573.xml"/></Relationships>
</file>

<file path=ppt/slides/_rels/slide60.xml.rels><?xml version="1.0" encoding="UTF-8" standalone="yes"?>
<Relationships xmlns="http://schemas.openxmlformats.org/package/2006/relationships"><Relationship Id="rId9" Type="http://schemas.openxmlformats.org/officeDocument/2006/relationships/tags" Target="../tags/tag583.xml"/><Relationship Id="rId8" Type="http://schemas.openxmlformats.org/officeDocument/2006/relationships/tags" Target="../tags/tag582.xml"/><Relationship Id="rId7" Type="http://schemas.openxmlformats.org/officeDocument/2006/relationships/tags" Target="../tags/tag58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8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0.xml"/><Relationship Id="rId11" Type="http://schemas.openxmlformats.org/officeDocument/2006/relationships/slideLayout" Target="../slideLayouts/slideLayout9.xml"/><Relationship Id="rId10" Type="http://schemas.openxmlformats.org/officeDocument/2006/relationships/tags" Target="../tags/tag584.xml"/><Relationship Id="rId1" Type="http://schemas.openxmlformats.org/officeDocument/2006/relationships/tags" Target="../tags/tag579.xml"/></Relationships>
</file>

<file path=ppt/slides/_rels/slide61.xml.rels><?xml version="1.0" encoding="UTF-8" standalone="yes"?>
<Relationships xmlns="http://schemas.openxmlformats.org/package/2006/relationships"><Relationship Id="rId9" Type="http://schemas.openxmlformats.org/officeDocument/2006/relationships/tags" Target="../tags/tag589.xml"/><Relationship Id="rId8" Type="http://schemas.openxmlformats.org/officeDocument/2006/relationships/tags" Target="../tags/tag588.xml"/><Relationship Id="rId7" Type="http://schemas.openxmlformats.org/officeDocument/2006/relationships/tags" Target="../tags/tag58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8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1.xml"/><Relationship Id="rId11" Type="http://schemas.openxmlformats.org/officeDocument/2006/relationships/slideLayout" Target="../slideLayouts/slideLayout9.xml"/><Relationship Id="rId10" Type="http://schemas.openxmlformats.org/officeDocument/2006/relationships/tags" Target="../tags/tag590.xml"/><Relationship Id="rId1" Type="http://schemas.openxmlformats.org/officeDocument/2006/relationships/tags" Target="../tags/tag585.xml"/></Relationships>
</file>

<file path=ppt/slides/_rels/slide62.xml.rels><?xml version="1.0" encoding="UTF-8" standalone="yes"?>
<Relationships xmlns="http://schemas.openxmlformats.org/package/2006/relationships"><Relationship Id="rId9" Type="http://schemas.openxmlformats.org/officeDocument/2006/relationships/tags" Target="../tags/tag595.xml"/><Relationship Id="rId8" Type="http://schemas.openxmlformats.org/officeDocument/2006/relationships/tags" Target="../tags/tag594.xml"/><Relationship Id="rId7" Type="http://schemas.openxmlformats.org/officeDocument/2006/relationships/tags" Target="../tags/tag59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9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2.xml"/><Relationship Id="rId11" Type="http://schemas.openxmlformats.org/officeDocument/2006/relationships/slideLayout" Target="../slideLayouts/slideLayout9.xml"/><Relationship Id="rId10" Type="http://schemas.openxmlformats.org/officeDocument/2006/relationships/tags" Target="../tags/tag596.xml"/><Relationship Id="rId1" Type="http://schemas.openxmlformats.org/officeDocument/2006/relationships/tags" Target="../tags/tag591.xml"/></Relationships>
</file>

<file path=ppt/slides/_rels/slide63.xml.rels><?xml version="1.0" encoding="UTF-8" standalone="yes"?>
<Relationships xmlns="http://schemas.openxmlformats.org/package/2006/relationships"><Relationship Id="rId9" Type="http://schemas.openxmlformats.org/officeDocument/2006/relationships/tags" Target="../tags/tag601.xml"/><Relationship Id="rId8" Type="http://schemas.openxmlformats.org/officeDocument/2006/relationships/tags" Target="../tags/tag600.xml"/><Relationship Id="rId7" Type="http://schemas.openxmlformats.org/officeDocument/2006/relationships/tags" Target="../tags/tag59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9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3.xml"/><Relationship Id="rId11" Type="http://schemas.openxmlformats.org/officeDocument/2006/relationships/slideLayout" Target="../slideLayouts/slideLayout9.xml"/><Relationship Id="rId10" Type="http://schemas.openxmlformats.org/officeDocument/2006/relationships/tags" Target="../tags/tag602.xml"/><Relationship Id="rId1" Type="http://schemas.openxmlformats.org/officeDocument/2006/relationships/tags" Target="../tags/tag597.xml"/></Relationships>
</file>

<file path=ppt/slides/_rels/slide64.xml.rels><?xml version="1.0" encoding="UTF-8" standalone="yes"?>
<Relationships xmlns="http://schemas.openxmlformats.org/package/2006/relationships"><Relationship Id="rId9" Type="http://schemas.openxmlformats.org/officeDocument/2006/relationships/tags" Target="../tags/tag607.xml"/><Relationship Id="rId8" Type="http://schemas.openxmlformats.org/officeDocument/2006/relationships/tags" Target="../tags/tag606.xml"/><Relationship Id="rId7" Type="http://schemas.openxmlformats.org/officeDocument/2006/relationships/tags" Target="../tags/tag60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0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4.xml"/><Relationship Id="rId11" Type="http://schemas.openxmlformats.org/officeDocument/2006/relationships/slideLayout" Target="../slideLayouts/slideLayout9.xml"/><Relationship Id="rId10" Type="http://schemas.openxmlformats.org/officeDocument/2006/relationships/tags" Target="../tags/tag608.xml"/><Relationship Id="rId1" Type="http://schemas.openxmlformats.org/officeDocument/2006/relationships/tags" Target="../tags/tag603.xml"/></Relationships>
</file>

<file path=ppt/slides/_rels/slide65.xml.rels><?xml version="1.0" encoding="UTF-8" standalone="yes"?>
<Relationships xmlns="http://schemas.openxmlformats.org/package/2006/relationships"><Relationship Id="rId9" Type="http://schemas.openxmlformats.org/officeDocument/2006/relationships/tags" Target="../tags/tag613.xml"/><Relationship Id="rId8" Type="http://schemas.openxmlformats.org/officeDocument/2006/relationships/tags" Target="../tags/tag612.xml"/><Relationship Id="rId7" Type="http://schemas.openxmlformats.org/officeDocument/2006/relationships/tags" Target="../tags/tag61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1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5.xml"/><Relationship Id="rId11" Type="http://schemas.openxmlformats.org/officeDocument/2006/relationships/slideLayout" Target="../slideLayouts/slideLayout9.xml"/><Relationship Id="rId10" Type="http://schemas.openxmlformats.org/officeDocument/2006/relationships/tags" Target="../tags/tag614.xml"/><Relationship Id="rId1" Type="http://schemas.openxmlformats.org/officeDocument/2006/relationships/tags" Target="../tags/tag609.xml"/></Relationships>
</file>

<file path=ppt/slides/_rels/slide66.xml.rels><?xml version="1.0" encoding="UTF-8" standalone="yes"?>
<Relationships xmlns="http://schemas.openxmlformats.org/package/2006/relationships"><Relationship Id="rId9" Type="http://schemas.openxmlformats.org/officeDocument/2006/relationships/tags" Target="../tags/tag619.xml"/><Relationship Id="rId8" Type="http://schemas.openxmlformats.org/officeDocument/2006/relationships/tags" Target="../tags/tag618.xml"/><Relationship Id="rId7" Type="http://schemas.openxmlformats.org/officeDocument/2006/relationships/tags" Target="../tags/tag61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1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6.xml"/><Relationship Id="rId11" Type="http://schemas.openxmlformats.org/officeDocument/2006/relationships/slideLayout" Target="../slideLayouts/slideLayout9.xml"/><Relationship Id="rId10" Type="http://schemas.openxmlformats.org/officeDocument/2006/relationships/tags" Target="../tags/tag620.xml"/><Relationship Id="rId1" Type="http://schemas.openxmlformats.org/officeDocument/2006/relationships/tags" Target="../tags/tag615.xml"/></Relationships>
</file>

<file path=ppt/slides/_rels/slide67.xml.rels><?xml version="1.0" encoding="UTF-8" standalone="yes"?>
<Relationships xmlns="http://schemas.openxmlformats.org/package/2006/relationships"><Relationship Id="rId9" Type="http://schemas.openxmlformats.org/officeDocument/2006/relationships/tags" Target="../tags/tag625.xml"/><Relationship Id="rId8" Type="http://schemas.openxmlformats.org/officeDocument/2006/relationships/tags" Target="../tags/tag624.xml"/><Relationship Id="rId7" Type="http://schemas.openxmlformats.org/officeDocument/2006/relationships/tags" Target="../tags/tag62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2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7.xml"/><Relationship Id="rId11" Type="http://schemas.openxmlformats.org/officeDocument/2006/relationships/slideLayout" Target="../slideLayouts/slideLayout9.xml"/><Relationship Id="rId10" Type="http://schemas.openxmlformats.org/officeDocument/2006/relationships/tags" Target="../tags/tag626.xml"/><Relationship Id="rId1" Type="http://schemas.openxmlformats.org/officeDocument/2006/relationships/tags" Target="../tags/tag621.xml"/></Relationships>
</file>

<file path=ppt/slides/_rels/slide68.xml.rels><?xml version="1.0" encoding="UTF-8" standalone="yes"?>
<Relationships xmlns="http://schemas.openxmlformats.org/package/2006/relationships"><Relationship Id="rId9" Type="http://schemas.openxmlformats.org/officeDocument/2006/relationships/tags" Target="../tags/tag631.xml"/><Relationship Id="rId8" Type="http://schemas.openxmlformats.org/officeDocument/2006/relationships/tags" Target="../tags/tag630.xml"/><Relationship Id="rId7" Type="http://schemas.openxmlformats.org/officeDocument/2006/relationships/tags" Target="../tags/tag62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2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8.xml"/><Relationship Id="rId11" Type="http://schemas.openxmlformats.org/officeDocument/2006/relationships/slideLayout" Target="../slideLayouts/slideLayout9.xml"/><Relationship Id="rId10" Type="http://schemas.openxmlformats.org/officeDocument/2006/relationships/tags" Target="../tags/tag632.xml"/><Relationship Id="rId1" Type="http://schemas.openxmlformats.org/officeDocument/2006/relationships/tags" Target="../tags/tag627.xml"/></Relationships>
</file>

<file path=ppt/slides/_rels/slide69.xml.rels><?xml version="1.0" encoding="UTF-8" standalone="yes"?>
<Relationships xmlns="http://schemas.openxmlformats.org/package/2006/relationships"><Relationship Id="rId9" Type="http://schemas.openxmlformats.org/officeDocument/2006/relationships/tags" Target="../tags/tag637.xml"/><Relationship Id="rId8" Type="http://schemas.openxmlformats.org/officeDocument/2006/relationships/tags" Target="../tags/tag636.xml"/><Relationship Id="rId7" Type="http://schemas.openxmlformats.org/officeDocument/2006/relationships/tags" Target="../tags/tag63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3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9.xml"/><Relationship Id="rId11" Type="http://schemas.openxmlformats.org/officeDocument/2006/relationships/slideLayout" Target="../slideLayouts/slideLayout9.xml"/><Relationship Id="rId10" Type="http://schemas.openxmlformats.org/officeDocument/2006/relationships/tags" Target="../tags/tag638.xml"/><Relationship Id="rId1" Type="http://schemas.openxmlformats.org/officeDocument/2006/relationships/tags" Target="../tags/tag633.xml"/></Relationships>
</file>

<file path=ppt/slides/_rels/slide70.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tags" Target="../tags/tag642.xml"/><Relationship Id="rId7" Type="http://schemas.openxmlformats.org/officeDocument/2006/relationships/tags" Target="../tags/tag64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4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0" Type="http://schemas.openxmlformats.org/officeDocument/2006/relationships/notesSlide" Target="../notesSlides/notesSlide70.xml"/><Relationship Id="rId1" Type="http://schemas.openxmlformats.org/officeDocument/2006/relationships/tags" Target="../tags/tag639.xml"/></Relationships>
</file>

<file path=ppt/slides/_rels/slide71.xml.rels><?xml version="1.0" encoding="UTF-8" standalone="yes"?>
<Relationships xmlns="http://schemas.openxmlformats.org/package/2006/relationships"><Relationship Id="rId9" Type="http://schemas.openxmlformats.org/officeDocument/2006/relationships/tags" Target="../tags/tag647.xml"/><Relationship Id="rId8" Type="http://schemas.openxmlformats.org/officeDocument/2006/relationships/tags" Target="../tags/tag646.xml"/><Relationship Id="rId7" Type="http://schemas.openxmlformats.org/officeDocument/2006/relationships/tags" Target="../tags/tag64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4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1.xml"/><Relationship Id="rId11" Type="http://schemas.openxmlformats.org/officeDocument/2006/relationships/slideLayout" Target="../slideLayouts/slideLayout9.xml"/><Relationship Id="rId10" Type="http://schemas.openxmlformats.org/officeDocument/2006/relationships/tags" Target="../tags/tag648.xml"/><Relationship Id="rId1" Type="http://schemas.openxmlformats.org/officeDocument/2006/relationships/tags" Target="../tags/tag643.xml"/></Relationships>
</file>

<file path=ppt/slides/_rels/slide72.xml.rels><?xml version="1.0" encoding="UTF-8" standalone="yes"?>
<Relationships xmlns="http://schemas.openxmlformats.org/package/2006/relationships"><Relationship Id="rId9" Type="http://schemas.openxmlformats.org/officeDocument/2006/relationships/tags" Target="../tags/tag653.xml"/><Relationship Id="rId8" Type="http://schemas.openxmlformats.org/officeDocument/2006/relationships/tags" Target="../tags/tag652.xml"/><Relationship Id="rId7" Type="http://schemas.openxmlformats.org/officeDocument/2006/relationships/tags" Target="../tags/tag65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5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2.xml"/><Relationship Id="rId11" Type="http://schemas.openxmlformats.org/officeDocument/2006/relationships/slideLayout" Target="../slideLayouts/slideLayout9.xml"/><Relationship Id="rId10" Type="http://schemas.openxmlformats.org/officeDocument/2006/relationships/tags" Target="../tags/tag654.xml"/><Relationship Id="rId1" Type="http://schemas.openxmlformats.org/officeDocument/2006/relationships/tags" Target="../tags/tag649.xml"/></Relationships>
</file>

<file path=ppt/slides/_rels/slide73.xml.rels><?xml version="1.0" encoding="UTF-8" standalone="yes"?>
<Relationships xmlns="http://schemas.openxmlformats.org/package/2006/relationships"><Relationship Id="rId9" Type="http://schemas.openxmlformats.org/officeDocument/2006/relationships/tags" Target="../tags/tag659.xml"/><Relationship Id="rId8" Type="http://schemas.openxmlformats.org/officeDocument/2006/relationships/tags" Target="../tags/tag658.xml"/><Relationship Id="rId7" Type="http://schemas.openxmlformats.org/officeDocument/2006/relationships/tags" Target="../tags/tag65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5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3.xml"/><Relationship Id="rId11" Type="http://schemas.openxmlformats.org/officeDocument/2006/relationships/slideLayout" Target="../slideLayouts/slideLayout9.xml"/><Relationship Id="rId10" Type="http://schemas.openxmlformats.org/officeDocument/2006/relationships/tags" Target="../tags/tag660.xml"/><Relationship Id="rId1" Type="http://schemas.openxmlformats.org/officeDocument/2006/relationships/tags" Target="../tags/tag655.xml"/></Relationships>
</file>

<file path=ppt/slides/_rels/slide74.xml.rels><?xml version="1.0" encoding="UTF-8" standalone="yes"?>
<Relationships xmlns="http://schemas.openxmlformats.org/package/2006/relationships"><Relationship Id="rId9" Type="http://schemas.openxmlformats.org/officeDocument/2006/relationships/tags" Target="../tags/tag665.xml"/><Relationship Id="rId8" Type="http://schemas.openxmlformats.org/officeDocument/2006/relationships/tags" Target="../tags/tag664.xml"/><Relationship Id="rId7" Type="http://schemas.openxmlformats.org/officeDocument/2006/relationships/tags" Target="../tags/tag66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6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4.xml"/><Relationship Id="rId11" Type="http://schemas.openxmlformats.org/officeDocument/2006/relationships/slideLayout" Target="../slideLayouts/slideLayout9.xml"/><Relationship Id="rId10" Type="http://schemas.openxmlformats.org/officeDocument/2006/relationships/tags" Target="../tags/tag666.xml"/><Relationship Id="rId1" Type="http://schemas.openxmlformats.org/officeDocument/2006/relationships/tags" Target="../tags/tag661.xml"/></Relationships>
</file>

<file path=ppt/slides/_rels/slide75.xml.rels><?xml version="1.0" encoding="UTF-8" standalone="yes"?>
<Relationships xmlns="http://schemas.openxmlformats.org/package/2006/relationships"><Relationship Id="rId9" Type="http://schemas.openxmlformats.org/officeDocument/2006/relationships/tags" Target="../tags/tag671.xml"/><Relationship Id="rId8" Type="http://schemas.openxmlformats.org/officeDocument/2006/relationships/tags" Target="../tags/tag670.xml"/><Relationship Id="rId7" Type="http://schemas.openxmlformats.org/officeDocument/2006/relationships/tags" Target="../tags/tag66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6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5.xml"/><Relationship Id="rId11" Type="http://schemas.openxmlformats.org/officeDocument/2006/relationships/slideLayout" Target="../slideLayouts/slideLayout9.xml"/><Relationship Id="rId10" Type="http://schemas.openxmlformats.org/officeDocument/2006/relationships/tags" Target="../tags/tag672.xml"/><Relationship Id="rId1" Type="http://schemas.openxmlformats.org/officeDocument/2006/relationships/tags" Target="../tags/tag667.xml"/></Relationships>
</file>

<file path=ppt/slides/_rels/slide76.xml.rels><?xml version="1.0" encoding="UTF-8" standalone="yes"?>
<Relationships xmlns="http://schemas.openxmlformats.org/package/2006/relationships"><Relationship Id="rId9" Type="http://schemas.openxmlformats.org/officeDocument/2006/relationships/tags" Target="../tags/tag677.xml"/><Relationship Id="rId8" Type="http://schemas.openxmlformats.org/officeDocument/2006/relationships/tags" Target="../tags/tag676.xml"/><Relationship Id="rId7" Type="http://schemas.openxmlformats.org/officeDocument/2006/relationships/tags" Target="../tags/tag67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7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6.xml"/><Relationship Id="rId11" Type="http://schemas.openxmlformats.org/officeDocument/2006/relationships/slideLayout" Target="../slideLayouts/slideLayout9.xml"/><Relationship Id="rId10" Type="http://schemas.openxmlformats.org/officeDocument/2006/relationships/tags" Target="../tags/tag678.xml"/><Relationship Id="rId1" Type="http://schemas.openxmlformats.org/officeDocument/2006/relationships/tags" Target="../tags/tag673.xml"/></Relationships>
</file>

<file path=ppt/slides/_rels/slide77.xml.rels><?xml version="1.0" encoding="UTF-8" standalone="yes"?>
<Relationships xmlns="http://schemas.openxmlformats.org/package/2006/relationships"><Relationship Id="rId9" Type="http://schemas.openxmlformats.org/officeDocument/2006/relationships/tags" Target="../tags/tag683.xml"/><Relationship Id="rId8" Type="http://schemas.openxmlformats.org/officeDocument/2006/relationships/tags" Target="../tags/tag682.xml"/><Relationship Id="rId7" Type="http://schemas.openxmlformats.org/officeDocument/2006/relationships/tags" Target="../tags/tag68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8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7.xml"/><Relationship Id="rId11" Type="http://schemas.openxmlformats.org/officeDocument/2006/relationships/slideLayout" Target="../slideLayouts/slideLayout9.xml"/><Relationship Id="rId10" Type="http://schemas.openxmlformats.org/officeDocument/2006/relationships/tags" Target="../tags/tag684.xml"/><Relationship Id="rId1" Type="http://schemas.openxmlformats.org/officeDocument/2006/relationships/tags" Target="../tags/tag679.xml"/></Relationships>
</file>

<file path=ppt/slides/_rels/slide78.xml.rels><?xml version="1.0" encoding="UTF-8" standalone="yes"?>
<Relationships xmlns="http://schemas.openxmlformats.org/package/2006/relationships"><Relationship Id="rId9" Type="http://schemas.openxmlformats.org/officeDocument/2006/relationships/tags" Target="../tags/tag689.xml"/><Relationship Id="rId8" Type="http://schemas.openxmlformats.org/officeDocument/2006/relationships/tags" Target="../tags/tag688.xml"/><Relationship Id="rId7" Type="http://schemas.openxmlformats.org/officeDocument/2006/relationships/tags" Target="../tags/tag68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8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8.xml"/><Relationship Id="rId11" Type="http://schemas.openxmlformats.org/officeDocument/2006/relationships/slideLayout" Target="../slideLayouts/slideLayout9.xml"/><Relationship Id="rId10" Type="http://schemas.openxmlformats.org/officeDocument/2006/relationships/tags" Target="../tags/tag690.xml"/><Relationship Id="rId1" Type="http://schemas.openxmlformats.org/officeDocument/2006/relationships/tags" Target="../tags/tag685.xml"/></Relationships>
</file>

<file path=ppt/slides/_rels/slide79.xml.rels><?xml version="1.0" encoding="UTF-8" standalone="yes"?>
<Relationships xmlns="http://schemas.openxmlformats.org/package/2006/relationships"><Relationship Id="rId9" Type="http://schemas.openxmlformats.org/officeDocument/2006/relationships/tags" Target="../tags/tag695.xml"/><Relationship Id="rId8" Type="http://schemas.openxmlformats.org/officeDocument/2006/relationships/tags" Target="../tags/tag694.xml"/><Relationship Id="rId7" Type="http://schemas.openxmlformats.org/officeDocument/2006/relationships/tags" Target="../tags/tag69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9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9.xml"/><Relationship Id="rId11" Type="http://schemas.openxmlformats.org/officeDocument/2006/relationships/slideLayout" Target="../slideLayouts/slideLayout9.xml"/><Relationship Id="rId10" Type="http://schemas.openxmlformats.org/officeDocument/2006/relationships/tags" Target="../tags/tag696.xml"/><Relationship Id="rId1" Type="http://schemas.openxmlformats.org/officeDocument/2006/relationships/tags" Target="../tags/tag691.xml"/></Relationships>
</file>

<file path=ppt/slides/_rels/slide80.xml.rels><?xml version="1.0" encoding="UTF-8" standalone="yes"?>
<Relationships xmlns="http://schemas.openxmlformats.org/package/2006/relationships"><Relationship Id="rId9" Type="http://schemas.openxmlformats.org/officeDocument/2006/relationships/tags" Target="../tags/tag701.xml"/><Relationship Id="rId8" Type="http://schemas.openxmlformats.org/officeDocument/2006/relationships/tags" Target="../tags/tag700.xml"/><Relationship Id="rId7" Type="http://schemas.openxmlformats.org/officeDocument/2006/relationships/tags" Target="../tags/tag69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9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80.xml"/><Relationship Id="rId10" Type="http://schemas.openxmlformats.org/officeDocument/2006/relationships/slideLayout" Target="../slideLayouts/slideLayout9.xml"/><Relationship Id="rId1" Type="http://schemas.openxmlformats.org/officeDocument/2006/relationships/tags" Target="../tags/tag697.xml"/></Relationships>
</file>

<file path=ppt/slides/_rels/slide81.xml.rels><?xml version="1.0" encoding="UTF-8" standalone="yes"?>
<Relationships xmlns="http://schemas.openxmlformats.org/package/2006/relationships"><Relationship Id="rId9" Type="http://schemas.openxmlformats.org/officeDocument/2006/relationships/tags" Target="../tags/tag706.xml"/><Relationship Id="rId8" Type="http://schemas.openxmlformats.org/officeDocument/2006/relationships/tags" Target="../tags/tag705.xml"/><Relationship Id="rId7" Type="http://schemas.openxmlformats.org/officeDocument/2006/relationships/tags" Target="../tags/tag70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0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81.xml"/><Relationship Id="rId10" Type="http://schemas.openxmlformats.org/officeDocument/2006/relationships/slideLayout" Target="../slideLayouts/slideLayout9.xml"/><Relationship Id="rId1" Type="http://schemas.openxmlformats.org/officeDocument/2006/relationships/tags" Target="../tags/tag702.xml"/></Relationships>
</file>

<file path=ppt/slides/_rels/slide82.xml.rels><?xml version="1.0" encoding="UTF-8" standalone="yes"?>
<Relationships xmlns="http://schemas.openxmlformats.org/package/2006/relationships"><Relationship Id="rId9" Type="http://schemas.openxmlformats.org/officeDocument/2006/relationships/tags" Target="../tags/tag711.xml"/><Relationship Id="rId8" Type="http://schemas.openxmlformats.org/officeDocument/2006/relationships/tags" Target="../tags/tag710.xml"/><Relationship Id="rId7" Type="http://schemas.openxmlformats.org/officeDocument/2006/relationships/tags" Target="../tags/tag70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0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82.xml"/><Relationship Id="rId10" Type="http://schemas.openxmlformats.org/officeDocument/2006/relationships/slideLayout" Target="../slideLayouts/slideLayout9.xml"/><Relationship Id="rId1" Type="http://schemas.openxmlformats.org/officeDocument/2006/relationships/tags" Target="../tags/tag707.xml"/></Relationships>
</file>

<file path=ppt/slides/_rels/slide83.xml.rels><?xml version="1.0" encoding="UTF-8" standalone="yes"?>
<Relationships xmlns="http://schemas.openxmlformats.org/package/2006/relationships"><Relationship Id="rId9" Type="http://schemas.openxmlformats.org/officeDocument/2006/relationships/tags" Target="../tags/tag716.xml"/><Relationship Id="rId8" Type="http://schemas.openxmlformats.org/officeDocument/2006/relationships/tags" Target="../tags/tag715.xml"/><Relationship Id="rId7" Type="http://schemas.openxmlformats.org/officeDocument/2006/relationships/tags" Target="../tags/tag71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1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83.xml"/><Relationship Id="rId10" Type="http://schemas.openxmlformats.org/officeDocument/2006/relationships/slideLayout" Target="../slideLayouts/slideLayout9.xml"/><Relationship Id="rId1" Type="http://schemas.openxmlformats.org/officeDocument/2006/relationships/tags" Target="../tags/tag712.xml"/></Relationships>
</file>

<file path=ppt/slides/_rels/slide84.xml.rels><?xml version="1.0" encoding="UTF-8" standalone="yes"?>
<Relationships xmlns="http://schemas.openxmlformats.org/package/2006/relationships"><Relationship Id="rId9" Type="http://schemas.openxmlformats.org/officeDocument/2006/relationships/tags" Target="../tags/tag721.xml"/><Relationship Id="rId8" Type="http://schemas.openxmlformats.org/officeDocument/2006/relationships/tags" Target="../tags/tag720.xml"/><Relationship Id="rId7" Type="http://schemas.openxmlformats.org/officeDocument/2006/relationships/tags" Target="../tags/tag71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1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84.xml"/><Relationship Id="rId10" Type="http://schemas.openxmlformats.org/officeDocument/2006/relationships/slideLayout" Target="../slideLayouts/slideLayout9.xml"/><Relationship Id="rId1" Type="http://schemas.openxmlformats.org/officeDocument/2006/relationships/tags" Target="../tags/tag717.xml"/></Relationships>
</file>

<file path=ppt/slides/_rels/slide85.xml.rels><?xml version="1.0" encoding="UTF-8" standalone="yes"?>
<Relationships xmlns="http://schemas.openxmlformats.org/package/2006/relationships"><Relationship Id="rId9" Type="http://schemas.openxmlformats.org/officeDocument/2006/relationships/tags" Target="../tags/tag726.xml"/><Relationship Id="rId8" Type="http://schemas.openxmlformats.org/officeDocument/2006/relationships/tags" Target="../tags/tag725.xml"/><Relationship Id="rId7" Type="http://schemas.openxmlformats.org/officeDocument/2006/relationships/tags" Target="../tags/tag72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2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85.xml"/><Relationship Id="rId11" Type="http://schemas.openxmlformats.org/officeDocument/2006/relationships/slideLayout" Target="../slideLayouts/slideLayout9.xml"/><Relationship Id="rId10" Type="http://schemas.openxmlformats.org/officeDocument/2006/relationships/tags" Target="../tags/tag727.xml"/><Relationship Id="rId1" Type="http://schemas.openxmlformats.org/officeDocument/2006/relationships/tags" Target="../tags/tag722.xml"/></Relationships>
</file>

<file path=ppt/slides/_rels/slide86.xml.rels><?xml version="1.0" encoding="UTF-8" standalone="yes"?>
<Relationships xmlns="http://schemas.openxmlformats.org/package/2006/relationships"><Relationship Id="rId9" Type="http://schemas.openxmlformats.org/officeDocument/2006/relationships/tags" Target="../tags/tag732.xml"/><Relationship Id="rId8" Type="http://schemas.openxmlformats.org/officeDocument/2006/relationships/tags" Target="../tags/tag731.xml"/><Relationship Id="rId7" Type="http://schemas.openxmlformats.org/officeDocument/2006/relationships/tags" Target="../tags/tag73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2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86.xml"/><Relationship Id="rId10" Type="http://schemas.openxmlformats.org/officeDocument/2006/relationships/slideLayout" Target="../slideLayouts/slideLayout9.xml"/><Relationship Id="rId1" Type="http://schemas.openxmlformats.org/officeDocument/2006/relationships/tags" Target="../tags/tag728.xml"/></Relationships>
</file>

<file path=ppt/slides/_rels/slide87.xml.rels><?xml version="1.0" encoding="UTF-8" standalone="yes"?>
<Relationships xmlns="http://schemas.openxmlformats.org/package/2006/relationships"><Relationship Id="rId9" Type="http://schemas.openxmlformats.org/officeDocument/2006/relationships/tags" Target="../tags/tag737.xml"/><Relationship Id="rId8" Type="http://schemas.openxmlformats.org/officeDocument/2006/relationships/tags" Target="../tags/tag736.xml"/><Relationship Id="rId7" Type="http://schemas.openxmlformats.org/officeDocument/2006/relationships/tags" Target="../tags/tag73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3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87.xml"/><Relationship Id="rId10" Type="http://schemas.openxmlformats.org/officeDocument/2006/relationships/slideLayout" Target="../slideLayouts/slideLayout9.xml"/><Relationship Id="rId1" Type="http://schemas.openxmlformats.org/officeDocument/2006/relationships/tags" Target="../tags/tag733.xml"/></Relationships>
</file>

<file path=ppt/slides/_rels/slide88.xml.rels><?xml version="1.0" encoding="UTF-8" standalone="yes"?>
<Relationships xmlns="http://schemas.openxmlformats.org/package/2006/relationships"><Relationship Id="rId5" Type="http://schemas.openxmlformats.org/officeDocument/2006/relationships/notesSlide" Target="../notesSlides/notesSlide88.xml"/><Relationship Id="rId4" Type="http://schemas.openxmlformats.org/officeDocument/2006/relationships/slideLayout" Target="../slideLayouts/slideLayout13.xml"/><Relationship Id="rId3" Type="http://schemas.openxmlformats.org/officeDocument/2006/relationships/tags" Target="../tags/tag740.xml"/><Relationship Id="rId2" Type="http://schemas.openxmlformats.org/officeDocument/2006/relationships/tags" Target="../tags/tag739.xml"/><Relationship Id="rId1" Type="http://schemas.openxmlformats.org/officeDocument/2006/relationships/tags" Target="../tags/tag7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3"/>
            <p:custDataLst>
              <p:tags r:id="rId1"/>
            </p:custDataLst>
          </p:nvPr>
        </p:nvSpPr>
        <p:spPr/>
        <p:txBody>
          <a:bodyPr/>
          <a:p>
            <a:pPr marL="0" indent="0" algn="dist">
              <a:lnSpc>
                <a:spcPct val="100000"/>
              </a:lnSpc>
              <a:spcBef>
                <a:spcPts val="0"/>
              </a:spcBef>
              <a:spcAft>
                <a:spcPts val="0"/>
              </a:spcAft>
              <a:buSzPct val="100000"/>
              <a:buNone/>
            </a:pPr>
            <a:r>
              <a:rPr lang="zh-CN" altLang="en-US" sz="7200" dirty="0">
                <a:solidFill>
                  <a:schemeClr val="accent1"/>
                </a:solidFill>
                <a:sym typeface="+mn-lt"/>
              </a:rPr>
              <a:t>最终评审</a:t>
            </a:r>
            <a:endParaRPr lang="zh-CN" altLang="en-US" sz="7200" dirty="0">
              <a:solidFill>
                <a:schemeClr val="accent1"/>
              </a:solidFill>
              <a:sym typeface="+mn-lt"/>
            </a:endParaRPr>
          </a:p>
        </p:txBody>
      </p:sp>
      <p:sp>
        <p:nvSpPr>
          <p:cNvPr id="3" name="Subtitle 2"/>
          <p:cNvSpPr>
            <a:spLocks noGrp="1"/>
          </p:cNvSpPr>
          <p:nvPr>
            <p:ph type="subTitle" idx="14"/>
            <p:custDataLst>
              <p:tags r:id="rId2"/>
            </p:custDataLst>
          </p:nvPr>
        </p:nvSpPr>
        <p:spPr/>
        <p:txBody>
          <a:bodyPr>
            <a:normAutofit/>
          </a:bodyPr>
          <a:p>
            <a:pPr marL="0" lvl="0" indent="0" algn="ctr">
              <a:lnSpc>
                <a:spcPct val="130000"/>
              </a:lnSpc>
              <a:spcBef>
                <a:spcPts val="0"/>
              </a:spcBef>
              <a:spcAft>
                <a:spcPts val="1000"/>
              </a:spcAft>
              <a:buSzPct val="100000"/>
              <a:buNone/>
            </a:pPr>
            <a:r>
              <a:rPr lang="en-US" altLang="zh-CN" sz="1600" dirty="0">
                <a:solidFill>
                  <a:schemeClr val="dk1">
                    <a:lumMod val="65000"/>
                    <a:lumOff val="35000"/>
                  </a:schemeClr>
                </a:solidFill>
              </a:rPr>
              <a:t>G12 · 申子昂 王龙龙 郑策文 包连盛 陶重凯 </a:t>
            </a:r>
            <a:endParaRPr lang="en-US" altLang="zh-CN" sz="1600" dirty="0">
              <a:solidFill>
                <a:schemeClr val="dk1">
                  <a:lumMod val="65000"/>
                  <a:lumOff val="35000"/>
                </a:schemeClr>
              </a:solidFill>
            </a:endParaRPr>
          </a:p>
        </p:txBody>
      </p:sp>
      <p:sp>
        <p:nvSpPr>
          <p:cNvPr id="6" name="文本占位符 5"/>
          <p:cNvSpPr>
            <a:spLocks noGrp="1"/>
          </p:cNvSpPr>
          <p:nvPr>
            <p:ph type="body" sz="quarter" idx="15"/>
            <p:custDataLst>
              <p:tags r:id="rId3"/>
            </p:custDataLst>
          </p:nvPr>
        </p:nvSpPr>
        <p:spPr/>
        <p:txBody>
          <a:bodyPr>
            <a:normAutofit lnSpcReduction="20000"/>
          </a:bodyPr>
          <a:p>
            <a:r>
              <a:rPr lang="zh-CN" altLang="en-US">
                <a:solidFill>
                  <a:schemeClr val="dk1">
                    <a:lumMod val="85000"/>
                    <a:lumOff val="15000"/>
                  </a:schemeClr>
                </a:solidFill>
              </a:rPr>
              <a:t>汇报人姓名</a:t>
            </a:r>
            <a:endParaRPr lang="zh-CN" altLang="en-US">
              <a:solidFill>
                <a:schemeClr val="dk1">
                  <a:lumMod val="85000"/>
                  <a:lumOff val="15000"/>
                </a:schemeClr>
              </a:solidFill>
            </a:endParaRPr>
          </a:p>
        </p:txBody>
      </p:sp>
      <p:sp>
        <p:nvSpPr>
          <p:cNvPr id="7" name="文本占位符 6"/>
          <p:cNvSpPr>
            <a:spLocks noGrp="1"/>
          </p:cNvSpPr>
          <p:nvPr>
            <p:custDataLst>
              <p:tags r:id="rId4"/>
            </p:custDataLst>
          </p:nvPr>
        </p:nvSpPr>
        <p:spPr>
          <a:xfrm>
            <a:off x="7254714" y="4386036"/>
            <a:ext cx="1984536" cy="361950"/>
          </a:xfrm>
          <a:prstGeom prst="rect">
            <a:avLst/>
          </a:prstGeom>
        </p:spPr>
        <p:txBody>
          <a:bodyPr vert="horz" wrap="square" lIns="90170" tIns="46990" rIns="90170" bIns="46990" rtlCol="0">
            <a:normAutofit lnSpcReduction="20000"/>
          </a:bodyPr>
          <a:lstStyle>
            <a:lvl1pPr marL="0" indent="0" algn="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dk1">
                    <a:lumMod val="85000"/>
                    <a:lumOff val="15000"/>
                  </a:schemeClr>
                </a:solidFill>
              </a:rPr>
              <a:t>2020/01/01</a:t>
            </a:r>
            <a:endParaRPr lang="en-US" altLang="zh-CN">
              <a:solidFill>
                <a:schemeClr val="dk1">
                  <a:lumMod val="85000"/>
                  <a:lumOff val="15000"/>
                </a:schemeClr>
              </a:solidFill>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4"/>
          <p:cNvSpPr/>
          <p:nvPr>
            <p:custDataLst>
              <p:tags r:id="rId1"/>
            </p:custDataLst>
          </p:nvPr>
        </p:nvSpPr>
        <p:spPr bwMode="auto">
          <a:xfrm>
            <a:off x="736283" y="2028507"/>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9" name="任意多边形 12"/>
          <p:cNvSpPr/>
          <p:nvPr>
            <p:custDataLst>
              <p:tags r:id="rId2"/>
            </p:custDataLst>
          </p:nvPr>
        </p:nvSpPr>
        <p:spPr bwMode="auto">
          <a:xfrm>
            <a:off x="1858963" y="2028507"/>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55" name="矩形 54"/>
          <p:cNvSpPr/>
          <p:nvPr>
            <p:custDataLst>
              <p:tags r:id="rId3"/>
            </p:custDataLst>
          </p:nvPr>
        </p:nvSpPr>
        <p:spPr>
          <a:xfrm>
            <a:off x="1055688" y="2066607"/>
            <a:ext cx="579755" cy="35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01</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56" name="文本框 55"/>
          <p:cNvSpPr txBox="1"/>
          <p:nvPr>
            <p:custDataLst>
              <p:tags r:id="rId4"/>
            </p:custDataLst>
          </p:nvPr>
        </p:nvSpPr>
        <p:spPr bwMode="auto">
          <a:xfrm>
            <a:off x="2132648" y="195040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项目概述</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60" name="任意多边形 17"/>
          <p:cNvSpPr/>
          <p:nvPr>
            <p:custDataLst>
              <p:tags r:id="rId5"/>
            </p:custDataLst>
          </p:nvPr>
        </p:nvSpPr>
        <p:spPr bwMode="auto">
          <a:xfrm>
            <a:off x="736283" y="2807017"/>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63" name="任意多边形 20"/>
          <p:cNvSpPr/>
          <p:nvPr>
            <p:custDataLst>
              <p:tags r:id="rId6"/>
            </p:custDataLst>
          </p:nvPr>
        </p:nvSpPr>
        <p:spPr bwMode="auto">
          <a:xfrm>
            <a:off x="1858963" y="2807017"/>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99" name="矩形 98"/>
          <p:cNvSpPr/>
          <p:nvPr>
            <p:custDataLst>
              <p:tags r:id="rId7"/>
            </p:custDataLst>
          </p:nvPr>
        </p:nvSpPr>
        <p:spPr>
          <a:xfrm>
            <a:off x="1055688" y="2845117"/>
            <a:ext cx="579755" cy="355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02</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00" name="文本框 99"/>
          <p:cNvSpPr txBox="1"/>
          <p:nvPr>
            <p:custDataLst>
              <p:tags r:id="rId8"/>
            </p:custDataLst>
          </p:nvPr>
        </p:nvSpPr>
        <p:spPr bwMode="auto">
          <a:xfrm>
            <a:off x="2132648" y="272002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项目计划</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01" name="任意多边形 24"/>
          <p:cNvSpPr/>
          <p:nvPr>
            <p:custDataLst>
              <p:tags r:id="rId9"/>
            </p:custDataLst>
          </p:nvPr>
        </p:nvSpPr>
        <p:spPr bwMode="auto">
          <a:xfrm>
            <a:off x="736283" y="357473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02" name="任意多边形 25"/>
          <p:cNvSpPr/>
          <p:nvPr>
            <p:custDataLst>
              <p:tags r:id="rId10"/>
            </p:custDataLst>
          </p:nvPr>
        </p:nvSpPr>
        <p:spPr bwMode="auto">
          <a:xfrm>
            <a:off x="1858963" y="357473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03" name="矩形 102"/>
          <p:cNvSpPr/>
          <p:nvPr>
            <p:custDataLst>
              <p:tags r:id="rId11"/>
            </p:custDataLst>
          </p:nvPr>
        </p:nvSpPr>
        <p:spPr>
          <a:xfrm>
            <a:off x="1055688" y="3612832"/>
            <a:ext cx="579755" cy="35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03</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04" name="文本框 103"/>
          <p:cNvSpPr txBox="1"/>
          <p:nvPr>
            <p:custDataLst>
              <p:tags r:id="rId12"/>
            </p:custDataLst>
          </p:nvPr>
        </p:nvSpPr>
        <p:spPr bwMode="auto">
          <a:xfrm>
            <a:off x="2132648" y="348964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需求开发</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05" name="任意多边形 30"/>
          <p:cNvSpPr/>
          <p:nvPr>
            <p:custDataLst>
              <p:tags r:id="rId13"/>
            </p:custDataLst>
          </p:nvPr>
        </p:nvSpPr>
        <p:spPr bwMode="auto">
          <a:xfrm>
            <a:off x="736283" y="432657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0" name="任意多边形 32"/>
          <p:cNvSpPr/>
          <p:nvPr>
            <p:custDataLst>
              <p:tags r:id="rId14"/>
            </p:custDataLst>
          </p:nvPr>
        </p:nvSpPr>
        <p:spPr bwMode="auto">
          <a:xfrm>
            <a:off x="1858963" y="432657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1" name="矩形 110"/>
          <p:cNvSpPr/>
          <p:nvPr>
            <p:custDataLst>
              <p:tags r:id="rId15"/>
            </p:custDataLst>
          </p:nvPr>
        </p:nvSpPr>
        <p:spPr>
          <a:xfrm>
            <a:off x="1055688" y="4364672"/>
            <a:ext cx="579755" cy="355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04</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12" name="文本框 111"/>
          <p:cNvSpPr txBox="1"/>
          <p:nvPr>
            <p:custDataLst>
              <p:tags r:id="rId16"/>
            </p:custDataLst>
          </p:nvPr>
        </p:nvSpPr>
        <p:spPr bwMode="auto">
          <a:xfrm>
            <a:off x="2132648" y="425926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需求管理</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13" name="任意多边形 36"/>
          <p:cNvSpPr/>
          <p:nvPr>
            <p:custDataLst>
              <p:tags r:id="rId17"/>
            </p:custDataLst>
          </p:nvPr>
        </p:nvSpPr>
        <p:spPr bwMode="auto">
          <a:xfrm>
            <a:off x="736283" y="509619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4" name="任意多边形 37"/>
          <p:cNvSpPr/>
          <p:nvPr>
            <p:custDataLst>
              <p:tags r:id="rId18"/>
            </p:custDataLst>
          </p:nvPr>
        </p:nvSpPr>
        <p:spPr bwMode="auto">
          <a:xfrm>
            <a:off x="1858963" y="509619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5" name="矩形 114"/>
          <p:cNvSpPr/>
          <p:nvPr>
            <p:custDataLst>
              <p:tags r:id="rId19"/>
            </p:custDataLst>
          </p:nvPr>
        </p:nvSpPr>
        <p:spPr>
          <a:xfrm>
            <a:off x="1055688" y="5134292"/>
            <a:ext cx="579755" cy="35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05</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16" name="文本框 115"/>
          <p:cNvSpPr txBox="1"/>
          <p:nvPr>
            <p:custDataLst>
              <p:tags r:id="rId20"/>
            </p:custDataLst>
          </p:nvPr>
        </p:nvSpPr>
        <p:spPr bwMode="auto">
          <a:xfrm>
            <a:off x="2132648" y="502888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后续计划与其他设计</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17" name="任意多边形 43"/>
          <p:cNvSpPr/>
          <p:nvPr>
            <p:custDataLst>
              <p:tags r:id="rId21"/>
            </p:custDataLst>
          </p:nvPr>
        </p:nvSpPr>
        <p:spPr bwMode="auto">
          <a:xfrm>
            <a:off x="736283" y="586581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8" name="任意多边形 45"/>
          <p:cNvSpPr/>
          <p:nvPr>
            <p:custDataLst>
              <p:tags r:id="rId22"/>
            </p:custDataLst>
          </p:nvPr>
        </p:nvSpPr>
        <p:spPr bwMode="auto">
          <a:xfrm>
            <a:off x="1858963" y="586581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9" name="矩形 118"/>
          <p:cNvSpPr/>
          <p:nvPr>
            <p:custDataLst>
              <p:tags r:id="rId23"/>
            </p:custDataLst>
          </p:nvPr>
        </p:nvSpPr>
        <p:spPr>
          <a:xfrm>
            <a:off x="1055688" y="5903912"/>
            <a:ext cx="579755" cy="355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a:t>
            </a:r>
            <a:r>
              <a:rPr lang="en-US" sz="1600" b="1" dirty="0">
                <a:solidFill>
                  <a:schemeClr val="lt1"/>
                </a:solidFill>
                <a:latin typeface="Arial" panose="020B0604020202020204" pitchFamily="34" charset="0"/>
                <a:ea typeface="微软雅黑" panose="020B0503020204020204" charset="-122"/>
                <a:sym typeface="Arial" panose="020B0604020202020204" pitchFamily="34" charset="0"/>
              </a:rPr>
              <a:t>6</a:t>
            </a:r>
            <a:endParaRPr lang="en-US"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20" name="文本框 119"/>
          <p:cNvSpPr txBox="1"/>
          <p:nvPr>
            <p:custDataLst>
              <p:tags r:id="rId24"/>
            </p:custDataLst>
          </p:nvPr>
        </p:nvSpPr>
        <p:spPr bwMode="auto">
          <a:xfrm>
            <a:off x="2132648" y="579850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会议，评价及团建</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21" name="文本框 49"/>
          <p:cNvSpPr txBox="1"/>
          <p:nvPr>
            <p:custDataLst>
              <p:tags r:id="rId25"/>
            </p:custDataLst>
          </p:nvPr>
        </p:nvSpPr>
        <p:spPr>
          <a:xfrm>
            <a:off x="708660" y="1285875"/>
            <a:ext cx="3292475" cy="416560"/>
          </a:xfrm>
          <a:prstGeom prst="rect">
            <a:avLst/>
          </a:prstGeom>
          <a:noFill/>
        </p:spPr>
        <p:txBody>
          <a:bodyPr wrap="square" rtlCol="0">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000" b="1" spc="600" dirty="0">
                <a:solidFill>
                  <a:schemeClr val="dk1">
                    <a:lumMod val="85000"/>
                    <a:lumOff val="15000"/>
                  </a:schemeClr>
                </a:solidFill>
                <a:uFillTx/>
                <a:latin typeface="Arial" panose="020B0604020202020204" pitchFamily="34" charset="0"/>
                <a:ea typeface="微软雅黑" panose="020B0503020204020204" charset="-122"/>
              </a:rPr>
              <a:t>CONTENTS</a:t>
            </a:r>
            <a:endParaRPr lang="zh-CN" altLang="en-US" sz="2000" b="1" spc="6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22" name="文本框 50"/>
          <p:cNvSpPr txBox="1"/>
          <p:nvPr>
            <p:custDataLst>
              <p:tags r:id="rId26"/>
            </p:custDataLst>
          </p:nvPr>
        </p:nvSpPr>
        <p:spPr>
          <a:xfrm>
            <a:off x="708660" y="544830"/>
            <a:ext cx="3292475" cy="699770"/>
          </a:xfrm>
          <a:prstGeom prst="rect">
            <a:avLst/>
          </a:prstGeom>
          <a:noFill/>
        </p:spPr>
        <p:txBody>
          <a:bodyPr wrap="square" rtlCol="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3600" spc="600" dirty="0">
                <a:solidFill>
                  <a:schemeClr val="accent1"/>
                </a:solidFill>
                <a:uFillTx/>
                <a:latin typeface="Arial" panose="020B0604020202020204" pitchFamily="34" charset="0"/>
                <a:ea typeface="汉仪旗黑-85S" panose="00020600040101010101" pitchFamily="18" charset="-122"/>
                <a:sym typeface="+mn-lt"/>
              </a:rPr>
              <a:t>目 录</a:t>
            </a:r>
            <a:endParaRPr lang="zh-CN" altLang="en-US" sz="3600" spc="600" dirty="0">
              <a:solidFill>
                <a:schemeClr val="accent1"/>
              </a:solidFill>
              <a:uFillTx/>
              <a:latin typeface="Arial" panose="020B0604020202020204" pitchFamily="34" charset="0"/>
              <a:ea typeface="汉仪旗黑-85S" panose="00020600040101010101" pitchFamily="18" charset="-122"/>
              <a:sym typeface="+mn-lt"/>
            </a:endParaRPr>
          </a:p>
        </p:txBody>
      </p:sp>
    </p:spTree>
    <p:custDataLst>
      <p:tags r:id="rId27"/>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descr="D:\51PPT模板网\51pptmoban.com\图片.jpg"/>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201676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项目概述</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01</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85851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ea"/>
              </a:rPr>
              <a:t>项目概述</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ea"/>
            </a:endParaRPr>
          </a:p>
        </p:txBody>
      </p:sp>
      <p:sp>
        <p:nvSpPr>
          <p:cNvPr id="47" name="文本框 46"/>
          <p:cNvSpPr txBox="1"/>
          <p:nvPr/>
        </p:nvSpPr>
        <p:spPr>
          <a:xfrm>
            <a:off x="4574540" y="17081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000000"/>
                </a:solidFill>
                <a:latin typeface="微软雅黑" panose="020B0503020204020204" charset="-122"/>
                <a:ea typeface="微软雅黑" panose="020B0503020204020204" charset="-122"/>
              </a:rPr>
              <a:t>01</a:t>
            </a:r>
            <a:endParaRPr lang="en-US" altLang="zh-CN" dirty="0">
              <a:solidFill>
                <a:srgbClr val="000000"/>
              </a:solidFill>
              <a:latin typeface="微软雅黑" panose="020B0503020204020204" charset="-122"/>
              <a:ea typeface="微软雅黑" panose="020B0503020204020204" charset="-122"/>
            </a:endParaRPr>
          </a:p>
        </p:txBody>
      </p:sp>
      <p:sp>
        <p:nvSpPr>
          <p:cNvPr id="21" name="文本框 20"/>
          <p:cNvSpPr txBox="1"/>
          <p:nvPr>
            <p:custDataLst>
              <p:tags r:id="rId8"/>
            </p:custDataLst>
          </p:nvPr>
        </p:nvSpPr>
        <p:spPr>
          <a:xfrm>
            <a:off x="6312863" y="3407278"/>
            <a:ext cx="500380" cy="398780"/>
          </a:xfrm>
          <a:prstGeom prst="rect">
            <a:avLst/>
          </a:prstGeom>
          <a:noFill/>
        </p:spPr>
        <p:txBody>
          <a:bodyPr wrap="none" rtlCol="0">
            <a:spAutoFit/>
          </a:bodyPr>
          <a:lstStyle/>
          <a:p>
            <a:r>
              <a:rPr lang="en-US" altLang="zh-CN" sz="2000" dirty="0">
                <a:solidFill>
                  <a:schemeClr val="lt1">
                    <a:lumMod val="50000"/>
                  </a:schemeClr>
                </a:solidFill>
                <a:latin typeface="微软雅黑" panose="020B0503020204020204" charset="-122"/>
                <a:ea typeface="微软雅黑" panose="020B0503020204020204" charset="-122"/>
              </a:rPr>
              <a:t>02</a:t>
            </a:r>
            <a:endParaRPr lang="en-US" altLang="zh-CN" sz="2000" dirty="0">
              <a:solidFill>
                <a:schemeClr val="lt1">
                  <a:lumMod val="50000"/>
                </a:schemeClr>
              </a:solidFill>
              <a:latin typeface="微软雅黑" panose="020B0503020204020204" charset="-122"/>
              <a:ea typeface="微软雅黑" panose="020B0503020204020204" charset="-122"/>
            </a:endParaRPr>
          </a:p>
        </p:txBody>
      </p:sp>
      <p:sp>
        <p:nvSpPr>
          <p:cNvPr id="5" name="文本框 4"/>
          <p:cNvSpPr txBox="1"/>
          <p:nvPr>
            <p:custDataLst>
              <p:tags r:id="rId9"/>
            </p:custDataLst>
          </p:nvPr>
        </p:nvSpPr>
        <p:spPr>
          <a:xfrm>
            <a:off x="2348933" y="886908"/>
            <a:ext cx="6569242" cy="2584450"/>
          </a:xfrm>
          <a:prstGeom prst="rect">
            <a:avLst/>
          </a:prstGeom>
          <a:noFill/>
        </p:spPr>
        <p:txBody>
          <a:bodyPr wrap="square">
            <a:spAutoFit/>
          </a:bodyPr>
          <a:lstStyle/>
          <a:p>
            <a:pPr>
              <a:lnSpc>
                <a:spcPct val="150000"/>
              </a:lnSpc>
              <a:buNone/>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项目背景：</a:t>
            </a:r>
            <a:endPar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50000"/>
              </a:lnSpc>
              <a:buNone/>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随着人工智能（</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AI</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）技术的迅猛发展，</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AI</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应用已经渗透到各行各业，从改善用户体验到优化业务流程，</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AI</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的潜力正在逐步被挖掘和实现。然而，</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AI</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应用的构建过程通常涉及复杂的技术挑战和高昂的成本，这限制了</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AI</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技术的广泛应用和创新。为了解决这一问题，我们提出了构建一个</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AI</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全流程开发平台的构想。</a:t>
            </a:r>
            <a:endPar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custDataLst>
              <p:tags r:id="rId10"/>
            </p:custDataLst>
          </p:nvPr>
        </p:nvSpPr>
        <p:spPr>
          <a:xfrm>
            <a:off x="3643552" y="4003274"/>
            <a:ext cx="4429760" cy="132207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项目名称：智网社区</a:t>
            </a:r>
            <a:endParaRPr lang="zh-CN" altLang="en-US" sz="16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项目提出者：杨枨老师</a:t>
            </a:r>
            <a:endParaRPr lang="zh-CN" altLang="en-US" sz="16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项目开发小组：SRA202</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-G1</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a:t>
            </a:r>
            <a:endParaRPr lang="zh-CN" altLang="en-US" sz="16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项目用户：有</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ai</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开发训练需求的人</a:t>
            </a:r>
            <a:endParaRPr lang="zh-CN" altLang="en-US" sz="16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项目交付日期：202</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年6月</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22</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日</a:t>
            </a:r>
            <a:endParaRPr lang="zh-CN" altLang="en-US" sz="1600"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201676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项目计划</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02</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85851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里程碑</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926" name="文本框 925"/>
          <p:cNvSpPr txBox="1"/>
          <p:nvPr>
            <p:custDataLst>
              <p:tags r:id="rId9"/>
            </p:custDataLst>
          </p:nvPr>
        </p:nvSpPr>
        <p:spPr>
          <a:xfrm>
            <a:off x="2348507" y="3295854"/>
            <a:ext cx="2415080" cy="337185"/>
          </a:xfrm>
          <a:prstGeom prst="rect">
            <a:avLst/>
          </a:prstGeom>
          <a:noFill/>
        </p:spPr>
        <p:txBody>
          <a:bodyPr wrap="square">
            <a:spAutoFit/>
          </a:bodyPr>
          <a:lstStyle/>
          <a:p>
            <a:pPr algn="ctr"/>
            <a:r>
              <a:rPr lang="zh-CN" altLang="en-US" sz="1600" b="1" dirty="0">
                <a:solidFill>
                  <a:schemeClr val="lt1">
                    <a:lumMod val="50000"/>
                  </a:schemeClr>
                </a:solidFill>
                <a:latin typeface="微软雅黑" panose="020B0503020204020204" charset="-122"/>
                <a:ea typeface="微软雅黑" panose="020B0503020204020204" charset="-122"/>
              </a:rPr>
              <a:t>单击此处添加标题文本</a:t>
            </a:r>
            <a:endParaRPr lang="zh-CN" altLang="en-US" sz="1600" b="1" dirty="0">
              <a:solidFill>
                <a:schemeClr val="lt1">
                  <a:lumMod val="50000"/>
                </a:schemeClr>
              </a:solidFill>
              <a:latin typeface="微软雅黑" panose="020B0503020204020204" charset="-122"/>
              <a:ea typeface="微软雅黑" panose="020B0503020204020204" charset="-122"/>
            </a:endParaRPr>
          </a:p>
        </p:txBody>
      </p:sp>
      <p:sp>
        <p:nvSpPr>
          <p:cNvPr id="4" name="文本框 3"/>
          <p:cNvSpPr txBox="1"/>
          <p:nvPr>
            <p:custDataLst>
              <p:tags r:id="rId10"/>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custDataLst>
              <p:tags r:id="rId11"/>
            </p:custDataLst>
          </p:nvPr>
        </p:nvSpPr>
        <p:spPr>
          <a:xfrm>
            <a:off x="786510" y="1362316"/>
            <a:ext cx="841731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1. 是否在每个里程碑阶段都准备了相关的演示材料？格式是否符合要求？整体效果如何？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12"/>
          <a:stretch>
            <a:fillRect/>
          </a:stretch>
        </p:blipFill>
        <p:spPr>
          <a:xfrm>
            <a:off x="1215807" y="2408676"/>
            <a:ext cx="5751385" cy="3470218"/>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85851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里程碑</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926" name="文本框 925"/>
          <p:cNvSpPr txBox="1"/>
          <p:nvPr>
            <p:custDataLst>
              <p:tags r:id="rId9"/>
            </p:custDataLst>
          </p:nvPr>
        </p:nvSpPr>
        <p:spPr>
          <a:xfrm>
            <a:off x="2348507" y="3295854"/>
            <a:ext cx="2415080" cy="337185"/>
          </a:xfrm>
          <a:prstGeom prst="rect">
            <a:avLst/>
          </a:prstGeom>
          <a:noFill/>
        </p:spPr>
        <p:txBody>
          <a:bodyPr wrap="square">
            <a:spAutoFit/>
          </a:bodyPr>
          <a:lstStyle/>
          <a:p>
            <a:pPr algn="ctr"/>
            <a:r>
              <a:rPr lang="zh-CN" altLang="en-US" sz="1600" b="1" dirty="0">
                <a:solidFill>
                  <a:schemeClr val="lt1">
                    <a:lumMod val="50000"/>
                  </a:schemeClr>
                </a:solidFill>
                <a:latin typeface="微软雅黑" panose="020B0503020204020204" charset="-122"/>
                <a:ea typeface="微软雅黑" panose="020B0503020204020204" charset="-122"/>
              </a:rPr>
              <a:t>单击此处添加标题文本</a:t>
            </a:r>
            <a:endParaRPr lang="zh-CN" altLang="en-US" sz="1600" b="1" dirty="0">
              <a:solidFill>
                <a:schemeClr val="lt1">
                  <a:lumMod val="50000"/>
                </a:schemeClr>
              </a:solidFill>
              <a:latin typeface="微软雅黑" panose="020B0503020204020204" charset="-122"/>
              <a:ea typeface="微软雅黑" panose="020B0503020204020204" charset="-122"/>
            </a:endParaRPr>
          </a:p>
        </p:txBody>
      </p:sp>
      <p:sp>
        <p:nvSpPr>
          <p:cNvPr id="4" name="文本框 3"/>
          <p:cNvSpPr txBox="1"/>
          <p:nvPr>
            <p:custDataLst>
              <p:tags r:id="rId10"/>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11"/>
          <a:stretch>
            <a:fillRect/>
          </a:stretch>
        </p:blipFill>
        <p:spPr>
          <a:xfrm>
            <a:off x="1215807" y="2408676"/>
            <a:ext cx="5751385" cy="3470218"/>
          </a:xfrm>
          <a:prstGeom prst="rect">
            <a:avLst/>
          </a:prstGeom>
        </p:spPr>
      </p:pic>
      <p:sp>
        <p:nvSpPr>
          <p:cNvPr id="2" name="矩形 1"/>
          <p:cNvSpPr/>
          <p:nvPr>
            <p:custDataLst>
              <p:tags r:id="rId12"/>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 总体上，是否完成了大作业要求的全部的里程碑任务？是否按时提交？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85851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项目章程</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926" name="文本框 925"/>
          <p:cNvSpPr txBox="1"/>
          <p:nvPr>
            <p:custDataLst>
              <p:tags r:id="rId9"/>
            </p:custDataLst>
          </p:nvPr>
        </p:nvSpPr>
        <p:spPr>
          <a:xfrm>
            <a:off x="2348507" y="3295854"/>
            <a:ext cx="2415080" cy="337185"/>
          </a:xfrm>
          <a:prstGeom prst="rect">
            <a:avLst/>
          </a:prstGeom>
          <a:noFill/>
        </p:spPr>
        <p:txBody>
          <a:bodyPr wrap="square">
            <a:spAutoFit/>
          </a:bodyPr>
          <a:lstStyle/>
          <a:p>
            <a:pPr algn="ctr"/>
            <a:r>
              <a:rPr lang="zh-CN" altLang="en-US" sz="1600" b="1" dirty="0">
                <a:solidFill>
                  <a:schemeClr val="lt1">
                    <a:lumMod val="50000"/>
                  </a:schemeClr>
                </a:solidFill>
                <a:latin typeface="微软雅黑" panose="020B0503020204020204" charset="-122"/>
                <a:ea typeface="微软雅黑" panose="020B0503020204020204" charset="-122"/>
              </a:rPr>
              <a:t>单击此处添加标题文本</a:t>
            </a:r>
            <a:endParaRPr lang="zh-CN" altLang="en-US" sz="1600" b="1" dirty="0">
              <a:solidFill>
                <a:schemeClr val="lt1">
                  <a:lumMod val="50000"/>
                </a:schemeClr>
              </a:solidFill>
              <a:latin typeface="微软雅黑" panose="020B0503020204020204" charset="-122"/>
              <a:ea typeface="微软雅黑" panose="020B0503020204020204" charset="-122"/>
            </a:endParaRPr>
          </a:p>
        </p:txBody>
      </p:sp>
      <p:sp>
        <p:nvSpPr>
          <p:cNvPr id="4" name="文本框 3"/>
          <p:cNvSpPr txBox="1"/>
          <p:nvPr>
            <p:custDataLst>
              <p:tags r:id="rId10"/>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1"/>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3. 是否提交了项目章程？内容是否完整？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12"/>
          <a:stretch>
            <a:fillRect/>
          </a:stretch>
        </p:blipFill>
        <p:spPr>
          <a:xfrm>
            <a:off x="5654031" y="1946372"/>
            <a:ext cx="2722880" cy="3892550"/>
          </a:xfrm>
          <a:prstGeom prst="rect">
            <a:avLst/>
          </a:prstGeom>
        </p:spPr>
      </p:pic>
      <p:pic>
        <p:nvPicPr>
          <p:cNvPr id="8" name="图片 7"/>
          <p:cNvPicPr>
            <a:picLocks noChangeAspect="1"/>
          </p:cNvPicPr>
          <p:nvPr/>
        </p:nvPicPr>
        <p:blipFill>
          <a:blip r:embed="rId13"/>
          <a:stretch>
            <a:fillRect/>
          </a:stretch>
        </p:blipFill>
        <p:spPr>
          <a:xfrm>
            <a:off x="2053581" y="1920337"/>
            <a:ext cx="2329180" cy="371411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需求工程项目计划</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926" name="文本框 925"/>
          <p:cNvSpPr txBox="1"/>
          <p:nvPr>
            <p:custDataLst>
              <p:tags r:id="rId9"/>
            </p:custDataLst>
          </p:nvPr>
        </p:nvSpPr>
        <p:spPr>
          <a:xfrm>
            <a:off x="976907" y="2197336"/>
            <a:ext cx="2415080" cy="1568450"/>
          </a:xfrm>
          <a:prstGeom prst="rect">
            <a:avLst/>
          </a:prstGeom>
          <a:noFill/>
        </p:spPr>
        <p:txBody>
          <a:bodyPr wrap="square">
            <a:spAutoFit/>
          </a:bodyPr>
          <a:lstStyle/>
          <a:p>
            <a:pPr algn="ctr"/>
            <a:r>
              <a:rPr lang="zh-CN" altLang="en-US" sz="1600" b="1" dirty="0">
                <a:solidFill>
                  <a:schemeClr val="dk1"/>
                </a:solidFill>
                <a:latin typeface="微软雅黑" panose="020B0503020204020204" charset="-122"/>
                <a:ea typeface="微软雅黑" panose="020B0503020204020204" charset="-122"/>
                <a:cs typeface="微软雅黑" panose="020B0503020204020204" charset="-122"/>
              </a:rPr>
              <a:t>单采用《PMBOK》第六版中对于需求工程项目计划的模板，并结合实际情况编写。本小组的项目计划书如图所示：击此处添加标题文本</a:t>
            </a:r>
            <a:endParaRPr lang="zh-CN" altLang="en-US" sz="16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10"/>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1"/>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 是否提交了需求项目计划？是否采用了模版？是否合适？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12"/>
          <a:stretch>
            <a:fillRect/>
          </a:stretch>
        </p:blipFill>
        <p:spPr>
          <a:xfrm>
            <a:off x="7698911" y="1982158"/>
            <a:ext cx="2722880" cy="3892550"/>
          </a:xfrm>
          <a:prstGeom prst="rect">
            <a:avLst/>
          </a:prstGeom>
        </p:spPr>
      </p:pic>
      <p:pic>
        <p:nvPicPr>
          <p:cNvPr id="8" name="图片 7"/>
          <p:cNvPicPr>
            <a:picLocks noChangeAspect="1"/>
          </p:cNvPicPr>
          <p:nvPr/>
        </p:nvPicPr>
        <p:blipFill>
          <a:blip r:embed="rId13"/>
          <a:stretch>
            <a:fillRect/>
          </a:stretch>
        </p:blipFill>
        <p:spPr>
          <a:xfrm>
            <a:off x="5255852" y="1982158"/>
            <a:ext cx="2329180" cy="371411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项目会议</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 是否经常召开项目会议，并有会议记录？ 记录内容是否合理、有效、及时？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p:nvPr>
            <p:custDataLst>
              <p:tags r:id="rId11"/>
            </p:custDataLst>
          </p:nvPr>
        </p:nvGraphicFramePr>
        <p:xfrm>
          <a:off x="9032249" y="4083758"/>
          <a:ext cx="2212340" cy="1114172"/>
        </p:xfrm>
        <a:graphic>
          <a:graphicData uri="http://schemas.openxmlformats.org/drawingml/2006/table">
            <a:tbl>
              <a:tblPr firstRow="1" bandRow="1"/>
              <a:tblGrid>
                <a:gridCol w="1106170"/>
                <a:gridCol w="1106170"/>
              </a:tblGrid>
              <a:tr h="541402">
                <a:tc>
                  <a:txBody>
                    <a:bodyPr/>
                    <a:lstStyle>
                      <a:lvl1pPr marL="0" algn="l" defTabSz="914400" rtl="0" eaLnBrk="1" latinLnBrk="0" hangingPunct="1">
                        <a:defRPr sz="1800" b="1" kern="1200">
                          <a:solidFill>
                            <a:schemeClr val="lt1"/>
                          </a:solidFill>
                          <a:latin typeface="HarmonyOS Sans SC Light"/>
                          <a:ea typeface="阿里巴巴普惠体 2.0 55 Regular"/>
                        </a:defRPr>
                      </a:lvl1pPr>
                      <a:lvl2pPr marL="457200" algn="l" defTabSz="914400" rtl="0" eaLnBrk="1" latinLnBrk="0" hangingPunct="1">
                        <a:defRPr sz="1800" b="1" kern="1200">
                          <a:solidFill>
                            <a:schemeClr val="lt1"/>
                          </a:solidFill>
                          <a:latin typeface="HarmonyOS Sans SC Light"/>
                          <a:ea typeface="阿里巴巴普惠体 2.0 55 Regular"/>
                        </a:defRPr>
                      </a:lvl2pPr>
                      <a:lvl3pPr marL="914400" algn="l" defTabSz="914400" rtl="0" eaLnBrk="1" latinLnBrk="0" hangingPunct="1">
                        <a:defRPr sz="1800" b="1" kern="1200">
                          <a:solidFill>
                            <a:schemeClr val="lt1"/>
                          </a:solidFill>
                          <a:latin typeface="HarmonyOS Sans SC Light"/>
                          <a:ea typeface="阿里巴巴普惠体 2.0 55 Regular"/>
                        </a:defRPr>
                      </a:lvl3pPr>
                      <a:lvl4pPr marL="1371600" algn="l" defTabSz="914400" rtl="0" eaLnBrk="1" latinLnBrk="0" hangingPunct="1">
                        <a:defRPr sz="1800" b="1" kern="1200">
                          <a:solidFill>
                            <a:schemeClr val="lt1"/>
                          </a:solidFill>
                          <a:latin typeface="HarmonyOS Sans SC Light"/>
                          <a:ea typeface="阿里巴巴普惠体 2.0 55 Regular"/>
                        </a:defRPr>
                      </a:lvl4pPr>
                      <a:lvl5pPr marL="1828800" algn="l" defTabSz="914400" rtl="0" eaLnBrk="1" latinLnBrk="0" hangingPunct="1">
                        <a:defRPr sz="1800" b="1" kern="1200">
                          <a:solidFill>
                            <a:schemeClr val="lt1"/>
                          </a:solidFill>
                          <a:latin typeface="HarmonyOS Sans SC Light"/>
                          <a:ea typeface="阿里巴巴普惠体 2.0 55 Regular"/>
                        </a:defRPr>
                      </a:lvl5pPr>
                      <a:lvl6pPr marL="2286000" algn="l" defTabSz="914400" rtl="0" eaLnBrk="1" latinLnBrk="0" hangingPunct="1">
                        <a:defRPr sz="1800" b="1" kern="1200">
                          <a:solidFill>
                            <a:schemeClr val="lt1"/>
                          </a:solidFill>
                          <a:latin typeface="HarmonyOS Sans SC Light"/>
                          <a:ea typeface="阿里巴巴普惠体 2.0 55 Regular"/>
                        </a:defRPr>
                      </a:lvl6pPr>
                      <a:lvl7pPr marL="2743200" algn="l" defTabSz="914400" rtl="0" eaLnBrk="1" latinLnBrk="0" hangingPunct="1">
                        <a:defRPr sz="1800" b="1" kern="1200">
                          <a:solidFill>
                            <a:schemeClr val="lt1"/>
                          </a:solidFill>
                          <a:latin typeface="HarmonyOS Sans SC Light"/>
                          <a:ea typeface="阿里巴巴普惠体 2.0 55 Regular"/>
                        </a:defRPr>
                      </a:lvl7pPr>
                      <a:lvl8pPr marL="3200400" algn="l" defTabSz="914400" rtl="0" eaLnBrk="1" latinLnBrk="0" hangingPunct="1">
                        <a:defRPr sz="1800" b="1" kern="1200">
                          <a:solidFill>
                            <a:schemeClr val="lt1"/>
                          </a:solidFill>
                          <a:latin typeface="HarmonyOS Sans SC Light"/>
                          <a:ea typeface="阿里巴巴普惠体 2.0 55 Regular"/>
                        </a:defRPr>
                      </a:lvl8pPr>
                      <a:lvl9pPr marL="3657600" algn="l" defTabSz="914400" rtl="0" eaLnBrk="1" latinLnBrk="0" hangingPunct="1">
                        <a:defRPr sz="1800" b="1" kern="1200">
                          <a:solidFill>
                            <a:schemeClr val="lt1"/>
                          </a:solidFill>
                          <a:latin typeface="HarmonyOS Sans SC Light"/>
                          <a:ea typeface="阿里巴巴普惠体 2.0 55 Regular"/>
                        </a:defRPr>
                      </a:lvl9pPr>
                    </a:lstStyle>
                    <a:p>
                      <a:pPr algn="ctr">
                        <a:buNone/>
                      </a:pPr>
                      <a:r>
                        <a:rPr lang="zh-CN" altLang="en-US" dirty="0">
                          <a:latin typeface="微软雅黑" panose="020B0503020204020204" charset="-122"/>
                          <a:ea typeface="微软雅黑" panose="020B0503020204020204" charset="-122"/>
                        </a:rPr>
                        <a:t>文档名称</a:t>
                      </a:r>
                      <a:endParaRPr lang="zh-CN" altLang="en-US" dirty="0">
                        <a:latin typeface="微软雅黑" panose="020B0503020204020204" charset="-122"/>
                        <a:ea typeface="微软雅黑" panose="020B0503020204020204"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7694A"/>
                    </a:solidFill>
                  </a:tcPr>
                </a:tc>
                <a:tc>
                  <a:txBody>
                    <a:bodyPr/>
                    <a:lstStyle>
                      <a:lvl1pPr marL="0" algn="l" defTabSz="914400" rtl="0" eaLnBrk="1" latinLnBrk="0" hangingPunct="1">
                        <a:defRPr sz="1800" b="1" kern="1200">
                          <a:solidFill>
                            <a:schemeClr val="lt1"/>
                          </a:solidFill>
                          <a:latin typeface="HarmonyOS Sans SC Light"/>
                          <a:ea typeface="阿里巴巴普惠体 2.0 55 Regular"/>
                        </a:defRPr>
                      </a:lvl1pPr>
                      <a:lvl2pPr marL="457200" algn="l" defTabSz="914400" rtl="0" eaLnBrk="1" latinLnBrk="0" hangingPunct="1">
                        <a:defRPr sz="1800" b="1" kern="1200">
                          <a:solidFill>
                            <a:schemeClr val="lt1"/>
                          </a:solidFill>
                          <a:latin typeface="HarmonyOS Sans SC Light"/>
                          <a:ea typeface="阿里巴巴普惠体 2.0 55 Regular"/>
                        </a:defRPr>
                      </a:lvl2pPr>
                      <a:lvl3pPr marL="914400" algn="l" defTabSz="914400" rtl="0" eaLnBrk="1" latinLnBrk="0" hangingPunct="1">
                        <a:defRPr sz="1800" b="1" kern="1200">
                          <a:solidFill>
                            <a:schemeClr val="lt1"/>
                          </a:solidFill>
                          <a:latin typeface="HarmonyOS Sans SC Light"/>
                          <a:ea typeface="阿里巴巴普惠体 2.0 55 Regular"/>
                        </a:defRPr>
                      </a:lvl3pPr>
                      <a:lvl4pPr marL="1371600" algn="l" defTabSz="914400" rtl="0" eaLnBrk="1" latinLnBrk="0" hangingPunct="1">
                        <a:defRPr sz="1800" b="1" kern="1200">
                          <a:solidFill>
                            <a:schemeClr val="lt1"/>
                          </a:solidFill>
                          <a:latin typeface="HarmonyOS Sans SC Light"/>
                          <a:ea typeface="阿里巴巴普惠体 2.0 55 Regular"/>
                        </a:defRPr>
                      </a:lvl4pPr>
                      <a:lvl5pPr marL="1828800" algn="l" defTabSz="914400" rtl="0" eaLnBrk="1" latinLnBrk="0" hangingPunct="1">
                        <a:defRPr sz="1800" b="1" kern="1200">
                          <a:solidFill>
                            <a:schemeClr val="lt1"/>
                          </a:solidFill>
                          <a:latin typeface="HarmonyOS Sans SC Light"/>
                          <a:ea typeface="阿里巴巴普惠体 2.0 55 Regular"/>
                        </a:defRPr>
                      </a:lvl5pPr>
                      <a:lvl6pPr marL="2286000" algn="l" defTabSz="914400" rtl="0" eaLnBrk="1" latinLnBrk="0" hangingPunct="1">
                        <a:defRPr sz="1800" b="1" kern="1200">
                          <a:solidFill>
                            <a:schemeClr val="lt1"/>
                          </a:solidFill>
                          <a:latin typeface="HarmonyOS Sans SC Light"/>
                          <a:ea typeface="阿里巴巴普惠体 2.0 55 Regular"/>
                        </a:defRPr>
                      </a:lvl6pPr>
                      <a:lvl7pPr marL="2743200" algn="l" defTabSz="914400" rtl="0" eaLnBrk="1" latinLnBrk="0" hangingPunct="1">
                        <a:defRPr sz="1800" b="1" kern="1200">
                          <a:solidFill>
                            <a:schemeClr val="lt1"/>
                          </a:solidFill>
                          <a:latin typeface="HarmonyOS Sans SC Light"/>
                          <a:ea typeface="阿里巴巴普惠体 2.0 55 Regular"/>
                        </a:defRPr>
                      </a:lvl7pPr>
                      <a:lvl8pPr marL="3200400" algn="l" defTabSz="914400" rtl="0" eaLnBrk="1" latinLnBrk="0" hangingPunct="1">
                        <a:defRPr sz="1800" b="1" kern="1200">
                          <a:solidFill>
                            <a:schemeClr val="lt1"/>
                          </a:solidFill>
                          <a:latin typeface="HarmonyOS Sans SC Light"/>
                          <a:ea typeface="阿里巴巴普惠体 2.0 55 Regular"/>
                        </a:defRPr>
                      </a:lvl8pPr>
                      <a:lvl9pPr marL="3657600" algn="l" defTabSz="914400" rtl="0" eaLnBrk="1" latinLnBrk="0" hangingPunct="1">
                        <a:defRPr sz="1800" b="1" kern="1200">
                          <a:solidFill>
                            <a:schemeClr val="lt1"/>
                          </a:solidFill>
                          <a:latin typeface="HarmonyOS Sans SC Light"/>
                          <a:ea typeface="阿里巴巴普惠体 2.0 55 Regular"/>
                        </a:defRPr>
                      </a:lvl9pPr>
                    </a:lstStyle>
                    <a:p>
                      <a:pPr algn="ctr">
                        <a:buNone/>
                      </a:pPr>
                      <a:r>
                        <a:rPr lang="zh-CN" altLang="en-US" dirty="0">
                          <a:latin typeface="微软雅黑" panose="020B0503020204020204" charset="-122"/>
                          <a:ea typeface="微软雅黑" panose="020B0503020204020204" charset="-122"/>
                        </a:rPr>
                        <a:t>会议次数</a:t>
                      </a:r>
                      <a:endParaRPr lang="zh-CN" altLang="en-US" dirty="0">
                        <a:latin typeface="微软雅黑" panose="020B0503020204020204" charset="-122"/>
                        <a:ea typeface="微软雅黑" panose="020B0503020204020204"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7694A"/>
                    </a:solidFill>
                  </a:tcPr>
                </a:tc>
              </a:tr>
              <a:tr h="572770">
                <a:tc>
                  <a:txBody>
                    <a:bodyPr/>
                    <a:lstStyle>
                      <a:lvl1pPr marL="0" algn="l" defTabSz="914400" rtl="0" eaLnBrk="1" latinLnBrk="0" hangingPunct="1">
                        <a:defRPr sz="1800" kern="1200">
                          <a:solidFill>
                            <a:schemeClr val="dk1"/>
                          </a:solidFill>
                          <a:latin typeface="HarmonyOS Sans SC Light"/>
                          <a:ea typeface="阿里巴巴普惠体 2.0 55 Regular"/>
                        </a:defRPr>
                      </a:lvl1pPr>
                      <a:lvl2pPr marL="457200" algn="l" defTabSz="914400" rtl="0" eaLnBrk="1" latinLnBrk="0" hangingPunct="1">
                        <a:defRPr sz="1800" kern="1200">
                          <a:solidFill>
                            <a:schemeClr val="dk1"/>
                          </a:solidFill>
                          <a:latin typeface="HarmonyOS Sans SC Light"/>
                          <a:ea typeface="阿里巴巴普惠体 2.0 55 Regular"/>
                        </a:defRPr>
                      </a:lvl2pPr>
                      <a:lvl3pPr marL="914400" algn="l" defTabSz="914400" rtl="0" eaLnBrk="1" latinLnBrk="0" hangingPunct="1">
                        <a:defRPr sz="1800" kern="1200">
                          <a:solidFill>
                            <a:schemeClr val="dk1"/>
                          </a:solidFill>
                          <a:latin typeface="HarmonyOS Sans SC Light"/>
                          <a:ea typeface="阿里巴巴普惠体 2.0 55 Regular"/>
                        </a:defRPr>
                      </a:lvl3pPr>
                      <a:lvl4pPr marL="1371600" algn="l" defTabSz="914400" rtl="0" eaLnBrk="1" latinLnBrk="0" hangingPunct="1">
                        <a:defRPr sz="1800" kern="1200">
                          <a:solidFill>
                            <a:schemeClr val="dk1"/>
                          </a:solidFill>
                          <a:latin typeface="HarmonyOS Sans SC Light"/>
                          <a:ea typeface="阿里巴巴普惠体 2.0 55 Regular"/>
                        </a:defRPr>
                      </a:lvl4pPr>
                      <a:lvl5pPr marL="1828800" algn="l" defTabSz="914400" rtl="0" eaLnBrk="1" latinLnBrk="0" hangingPunct="1">
                        <a:defRPr sz="1800" kern="1200">
                          <a:solidFill>
                            <a:schemeClr val="dk1"/>
                          </a:solidFill>
                          <a:latin typeface="HarmonyOS Sans SC Light"/>
                          <a:ea typeface="阿里巴巴普惠体 2.0 55 Regular"/>
                        </a:defRPr>
                      </a:lvl5pPr>
                      <a:lvl6pPr marL="2286000" algn="l" defTabSz="914400" rtl="0" eaLnBrk="1" latinLnBrk="0" hangingPunct="1">
                        <a:defRPr sz="1800" kern="1200">
                          <a:solidFill>
                            <a:schemeClr val="dk1"/>
                          </a:solidFill>
                          <a:latin typeface="HarmonyOS Sans SC Light"/>
                          <a:ea typeface="阿里巴巴普惠体 2.0 55 Regular"/>
                        </a:defRPr>
                      </a:lvl6pPr>
                      <a:lvl7pPr marL="2743200" algn="l" defTabSz="914400" rtl="0" eaLnBrk="1" latinLnBrk="0" hangingPunct="1">
                        <a:defRPr sz="1800" kern="1200">
                          <a:solidFill>
                            <a:schemeClr val="dk1"/>
                          </a:solidFill>
                          <a:latin typeface="HarmonyOS Sans SC Light"/>
                          <a:ea typeface="阿里巴巴普惠体 2.0 55 Regular"/>
                        </a:defRPr>
                      </a:lvl7pPr>
                      <a:lvl8pPr marL="3200400" algn="l" defTabSz="914400" rtl="0" eaLnBrk="1" latinLnBrk="0" hangingPunct="1">
                        <a:defRPr sz="1800" kern="1200">
                          <a:solidFill>
                            <a:schemeClr val="dk1"/>
                          </a:solidFill>
                          <a:latin typeface="HarmonyOS Sans SC Light"/>
                          <a:ea typeface="阿里巴巴普惠体 2.0 55 Regular"/>
                        </a:defRPr>
                      </a:lvl8pPr>
                      <a:lvl9pPr marL="3657600" algn="l" defTabSz="914400" rtl="0" eaLnBrk="1" latinLnBrk="0" hangingPunct="1">
                        <a:defRPr sz="1800" kern="1200">
                          <a:solidFill>
                            <a:schemeClr val="dk1"/>
                          </a:solidFill>
                          <a:latin typeface="HarmonyOS Sans SC Light"/>
                          <a:ea typeface="阿里巴巴普惠体 2.0 55 Regular"/>
                        </a:defRPr>
                      </a:lvl9pPr>
                    </a:lstStyle>
                    <a:p>
                      <a:pPr algn="ctr">
                        <a:buNone/>
                      </a:pPr>
                      <a:r>
                        <a:rPr lang="zh-CN" altLang="en-US">
                          <a:latin typeface="微软雅黑" panose="020B0503020204020204" charset="-122"/>
                          <a:ea typeface="微软雅黑" panose="020B0503020204020204" charset="-122"/>
                        </a:rPr>
                        <a:t>会议纪要</a:t>
                      </a:r>
                      <a:endParaRPr lang="zh-CN" altLang="en-US">
                        <a:latin typeface="微软雅黑" panose="020B0503020204020204" charset="-122"/>
                        <a:ea typeface="微软雅黑" panose="020B0503020204020204" charset="-122"/>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C3C0"/>
                    </a:solidFill>
                  </a:tcPr>
                </a:tc>
                <a:tc>
                  <a:txBody>
                    <a:bodyPr/>
                    <a:lstStyle>
                      <a:lvl1pPr marL="0" algn="l" defTabSz="914400" rtl="0" eaLnBrk="1" latinLnBrk="0" hangingPunct="1">
                        <a:defRPr sz="1800" kern="1200">
                          <a:solidFill>
                            <a:schemeClr val="dk1"/>
                          </a:solidFill>
                          <a:latin typeface="HarmonyOS Sans SC Light"/>
                          <a:ea typeface="阿里巴巴普惠体 2.0 55 Regular"/>
                        </a:defRPr>
                      </a:lvl1pPr>
                      <a:lvl2pPr marL="457200" algn="l" defTabSz="914400" rtl="0" eaLnBrk="1" latinLnBrk="0" hangingPunct="1">
                        <a:defRPr sz="1800" kern="1200">
                          <a:solidFill>
                            <a:schemeClr val="dk1"/>
                          </a:solidFill>
                          <a:latin typeface="HarmonyOS Sans SC Light"/>
                          <a:ea typeface="阿里巴巴普惠体 2.0 55 Regular"/>
                        </a:defRPr>
                      </a:lvl2pPr>
                      <a:lvl3pPr marL="914400" algn="l" defTabSz="914400" rtl="0" eaLnBrk="1" latinLnBrk="0" hangingPunct="1">
                        <a:defRPr sz="1800" kern="1200">
                          <a:solidFill>
                            <a:schemeClr val="dk1"/>
                          </a:solidFill>
                          <a:latin typeface="HarmonyOS Sans SC Light"/>
                          <a:ea typeface="阿里巴巴普惠体 2.0 55 Regular"/>
                        </a:defRPr>
                      </a:lvl3pPr>
                      <a:lvl4pPr marL="1371600" algn="l" defTabSz="914400" rtl="0" eaLnBrk="1" latinLnBrk="0" hangingPunct="1">
                        <a:defRPr sz="1800" kern="1200">
                          <a:solidFill>
                            <a:schemeClr val="dk1"/>
                          </a:solidFill>
                          <a:latin typeface="HarmonyOS Sans SC Light"/>
                          <a:ea typeface="阿里巴巴普惠体 2.0 55 Regular"/>
                        </a:defRPr>
                      </a:lvl4pPr>
                      <a:lvl5pPr marL="1828800" algn="l" defTabSz="914400" rtl="0" eaLnBrk="1" latinLnBrk="0" hangingPunct="1">
                        <a:defRPr sz="1800" kern="1200">
                          <a:solidFill>
                            <a:schemeClr val="dk1"/>
                          </a:solidFill>
                          <a:latin typeface="HarmonyOS Sans SC Light"/>
                          <a:ea typeface="阿里巴巴普惠体 2.0 55 Regular"/>
                        </a:defRPr>
                      </a:lvl5pPr>
                      <a:lvl6pPr marL="2286000" algn="l" defTabSz="914400" rtl="0" eaLnBrk="1" latinLnBrk="0" hangingPunct="1">
                        <a:defRPr sz="1800" kern="1200">
                          <a:solidFill>
                            <a:schemeClr val="dk1"/>
                          </a:solidFill>
                          <a:latin typeface="HarmonyOS Sans SC Light"/>
                          <a:ea typeface="阿里巴巴普惠体 2.0 55 Regular"/>
                        </a:defRPr>
                      </a:lvl6pPr>
                      <a:lvl7pPr marL="2743200" algn="l" defTabSz="914400" rtl="0" eaLnBrk="1" latinLnBrk="0" hangingPunct="1">
                        <a:defRPr sz="1800" kern="1200">
                          <a:solidFill>
                            <a:schemeClr val="dk1"/>
                          </a:solidFill>
                          <a:latin typeface="HarmonyOS Sans SC Light"/>
                          <a:ea typeface="阿里巴巴普惠体 2.0 55 Regular"/>
                        </a:defRPr>
                      </a:lvl7pPr>
                      <a:lvl8pPr marL="3200400" algn="l" defTabSz="914400" rtl="0" eaLnBrk="1" latinLnBrk="0" hangingPunct="1">
                        <a:defRPr sz="1800" kern="1200">
                          <a:solidFill>
                            <a:schemeClr val="dk1"/>
                          </a:solidFill>
                          <a:latin typeface="HarmonyOS Sans SC Light"/>
                          <a:ea typeface="阿里巴巴普惠体 2.0 55 Regular"/>
                        </a:defRPr>
                      </a:lvl8pPr>
                      <a:lvl9pPr marL="3657600" algn="l" defTabSz="914400" rtl="0" eaLnBrk="1" latinLnBrk="0" hangingPunct="1">
                        <a:defRPr sz="1800" kern="1200">
                          <a:solidFill>
                            <a:schemeClr val="dk1"/>
                          </a:solidFill>
                          <a:latin typeface="HarmonyOS Sans SC Light"/>
                          <a:ea typeface="阿里巴巴普惠体 2.0 55 Regular"/>
                        </a:defRPr>
                      </a:lvl9pPr>
                    </a:lstStyle>
                    <a:p>
                      <a:pPr algn="ctr">
                        <a:buNone/>
                      </a:pPr>
                      <a:r>
                        <a:rPr lang="en-US" altLang="zh-CN" dirty="0">
                          <a:latin typeface="微软雅黑" panose="020B0503020204020204" charset="-122"/>
                          <a:ea typeface="微软雅黑" panose="020B0503020204020204" charset="-122"/>
                          <a:cs typeface="微软雅黑" panose="020B0503020204020204" charset="-122"/>
                        </a:rPr>
                        <a:t>15</a:t>
                      </a:r>
                      <a:r>
                        <a:rPr lang="zh-CN" altLang="en-US" dirty="0">
                          <a:latin typeface="微软雅黑" panose="020B0503020204020204" charset="-122"/>
                          <a:ea typeface="微软雅黑" panose="020B0503020204020204" charset="-122"/>
                          <a:cs typeface="微软雅黑" panose="020B0503020204020204" charset="-122"/>
                        </a:rPr>
                        <a:t>次</a:t>
                      </a:r>
                      <a:endParaRPr lang="zh-CN" altLang="en-US" dirty="0">
                        <a:latin typeface="微软雅黑" panose="020B0503020204020204" charset="-122"/>
                        <a:ea typeface="微软雅黑" panose="020B0503020204020204" charset="-122"/>
                        <a:cs typeface="微软雅黑" panose="020B0503020204020204" charset="-122"/>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C3C0"/>
                    </a:solidFill>
                  </a:tcPr>
                </a:tc>
              </a:tr>
            </a:tbl>
          </a:graphicData>
        </a:graphic>
      </p:graphicFrame>
      <p:pic>
        <p:nvPicPr>
          <p:cNvPr id="7" name="图片 6"/>
          <p:cNvPicPr>
            <a:picLocks noChangeAspect="1"/>
          </p:cNvPicPr>
          <p:nvPr/>
        </p:nvPicPr>
        <p:blipFill>
          <a:blip r:embed="rId12"/>
          <a:stretch>
            <a:fillRect/>
          </a:stretch>
        </p:blipFill>
        <p:spPr>
          <a:xfrm>
            <a:off x="3012874" y="2142657"/>
            <a:ext cx="2524760" cy="368046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会议记录</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 是否经常召开项目会议，并有会议记录？ 记录内容是否合理、有效、及时？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11"/>
          <a:stretch>
            <a:fillRect/>
          </a:stretch>
        </p:blipFill>
        <p:spPr>
          <a:xfrm>
            <a:off x="2255040" y="2401980"/>
            <a:ext cx="2157095" cy="3483610"/>
          </a:xfrm>
          <a:prstGeom prst="rect">
            <a:avLst/>
          </a:prstGeom>
        </p:spPr>
      </p:pic>
      <p:pic>
        <p:nvPicPr>
          <p:cNvPr id="8" name="图片 7"/>
          <p:cNvPicPr>
            <a:picLocks noChangeAspect="1"/>
          </p:cNvPicPr>
          <p:nvPr/>
        </p:nvPicPr>
        <p:blipFill>
          <a:blip r:embed="rId12"/>
          <a:stretch>
            <a:fillRect/>
          </a:stretch>
        </p:blipFill>
        <p:spPr>
          <a:xfrm>
            <a:off x="6739055" y="2305812"/>
            <a:ext cx="2865120" cy="343154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评审记录</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6. 是否在各个里程碑都有内部的评审记录？是否有针对评审后的修改和完善？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p:nvPr>
            <p:custDataLst>
              <p:tags r:id="rId11"/>
            </p:custDataLst>
          </p:nvPr>
        </p:nvGraphicFramePr>
        <p:xfrm>
          <a:off x="5067936" y="2072767"/>
          <a:ext cx="3246755" cy="3664585"/>
        </p:xfrm>
        <a:graphic>
          <a:graphicData uri="http://schemas.openxmlformats.org/drawingml/2006/table">
            <a:tbl>
              <a:tblPr/>
              <a:tblGrid>
                <a:gridCol w="1754505"/>
                <a:gridCol w="497205"/>
                <a:gridCol w="497840"/>
                <a:gridCol w="497205"/>
              </a:tblGrid>
              <a:tr h="311785">
                <a:tc gridSpan="4">
                  <a:txBody>
                    <a:bodyPr/>
                    <a:lstStyle/>
                    <a:p>
                      <a:pPr indent="0" algn="ctr">
                        <a:buNone/>
                      </a:pPr>
                      <a:r>
                        <a:rPr lang="en-US" sz="1200" b="1" dirty="0" err="1">
                          <a:latin typeface="微软雅黑" panose="020B0503020204020204" charset="-122"/>
                          <a:ea typeface="微软雅黑" panose="020B0503020204020204" charset="-122"/>
                          <a:cs typeface="楷体" panose="02010609060101010101" charset="-122"/>
                        </a:rPr>
                        <a:t>会议内容</a:t>
                      </a:r>
                      <a:endParaRPr lang="en-US" altLang="en-US" sz="1200" b="1" dirty="0" err="1">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35585">
                <a:tc>
                  <a:txBody>
                    <a:bodyPr/>
                    <a:lstStyle/>
                    <a:p>
                      <a:pPr indent="0" algn="ctr">
                        <a:buNone/>
                      </a:pPr>
                      <a:r>
                        <a:rPr lang="en-US" sz="800" b="0">
                          <a:solidFill>
                            <a:srgbClr val="000000"/>
                          </a:solidFill>
                          <a:latin typeface="微软雅黑" panose="020B0503020204020204" charset="-122"/>
                          <a:ea typeface="微软雅黑" panose="020B0503020204020204" charset="-122"/>
                          <a:cs typeface="楷体" panose="02010609060101010101" charset="-122"/>
                        </a:rPr>
                        <a:t>评审条目</a:t>
                      </a:r>
                      <a:endParaRPr lang="en-US" altLang="en-US" sz="800" b="0">
                        <a:solidFill>
                          <a:srgbClr val="000000"/>
                        </a:solidFill>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800" b="0">
                          <a:solidFill>
                            <a:srgbClr val="000000"/>
                          </a:solidFill>
                          <a:latin typeface="微软雅黑" panose="020B0503020204020204" charset="-122"/>
                          <a:ea typeface="微软雅黑" panose="020B0503020204020204" charset="-122"/>
                          <a:cs typeface="楷体" panose="02010609060101010101" charset="-122"/>
                        </a:rPr>
                        <a:t>是否完成</a:t>
                      </a:r>
                      <a:endParaRPr lang="en-US" altLang="en-US" sz="800" b="0">
                        <a:solidFill>
                          <a:srgbClr val="000000"/>
                        </a:solidFill>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800" b="0">
                          <a:solidFill>
                            <a:srgbClr val="000000"/>
                          </a:solidFill>
                          <a:latin typeface="微软雅黑" panose="020B0503020204020204" charset="-122"/>
                          <a:ea typeface="微软雅黑" panose="020B0503020204020204" charset="-122"/>
                          <a:cs typeface="楷体" panose="02010609060101010101" charset="-122"/>
                        </a:rPr>
                        <a:t>产出物</a:t>
                      </a:r>
                      <a:endParaRPr lang="en-US" altLang="en-US" sz="800" b="0">
                        <a:solidFill>
                          <a:srgbClr val="000000"/>
                        </a:solidFill>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800" b="0">
                          <a:solidFill>
                            <a:srgbClr val="000000"/>
                          </a:solidFill>
                          <a:latin typeface="微软雅黑" panose="020B0503020204020204" charset="-122"/>
                          <a:ea typeface="微软雅黑" panose="020B0503020204020204" charset="-122"/>
                          <a:cs typeface="楷体" panose="02010609060101010101" charset="-122"/>
                        </a:rPr>
                        <a:t>负责人</a:t>
                      </a:r>
                      <a:endParaRPr lang="en-US" altLang="en-US" sz="800" b="0">
                        <a:solidFill>
                          <a:srgbClr val="000000"/>
                        </a:solidFill>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365760">
                <a:tc>
                  <a:txBody>
                    <a:bodyPr/>
                    <a:lstStyle/>
                    <a:p>
                      <a:pPr indent="0">
                        <a:buNone/>
                      </a:pPr>
                      <a:r>
                        <a:rPr lang="en-US" sz="800" b="0">
                          <a:solidFill>
                            <a:srgbClr val="000000"/>
                          </a:solidFill>
                          <a:latin typeface="微软雅黑" panose="020B0503020204020204" charset="-122"/>
                          <a:ea typeface="微软雅黑" panose="020B0503020204020204" charset="-122"/>
                          <a:cs typeface="微软雅黑" panose="020B0503020204020204" charset="-122"/>
                        </a:rPr>
                        <a:t>1.是否在为里程碑阶段准备了相关的演示材料？格式是否符合要求？整体效果如何</a:t>
                      </a:r>
                      <a:endParaRPr lang="en-US" altLang="en-US" sz="800" b="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a:latin typeface="微软雅黑" panose="020B0503020204020204" charset="-122"/>
                          <a:ea typeface="微软雅黑" panose="020B0503020204020204" charset="-122"/>
                          <a:cs typeface="楷体" panose="02010609060101010101" charset="-122"/>
                        </a:rPr>
                        <a:t>愿景与范围文档</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a:latin typeface="微软雅黑" panose="020B0503020204020204" charset="-122"/>
                          <a:ea typeface="微软雅黑" panose="020B0503020204020204" charset="-122"/>
                          <a:cs typeface="楷体" panose="02010609060101010101" charset="-122"/>
                        </a:rPr>
                        <a:t>陶重凯</a:t>
                      </a:r>
                      <a:endParaRPr lang="zh-CN" altLang="en-US" sz="8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252730">
                <a:tc>
                  <a:txBody>
                    <a:bodyPr/>
                    <a:lstStyle/>
                    <a:p>
                      <a:pPr indent="0">
                        <a:buNone/>
                      </a:pPr>
                      <a:r>
                        <a:rPr lang="en-US" sz="800" b="0">
                          <a:solidFill>
                            <a:srgbClr val="000000"/>
                          </a:solidFill>
                          <a:latin typeface="微软雅黑" panose="020B0503020204020204" charset="-122"/>
                          <a:ea typeface="微软雅黑" panose="020B0503020204020204" charset="-122"/>
                          <a:cs typeface="微软雅黑" panose="020B0503020204020204" charset="-122"/>
                        </a:rPr>
                        <a:t>2.是否完成了里程碑要求的相关任务？是否按时提交？</a:t>
                      </a:r>
                      <a:endParaRPr lang="en-US" altLang="en-US" sz="800" b="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a:latin typeface="微软雅黑" panose="020B0503020204020204" charset="-122"/>
                          <a:ea typeface="微软雅黑" panose="020B0503020204020204" charset="-122"/>
                          <a:cs typeface="楷体" panose="02010609060101010101" charset="-122"/>
                        </a:rPr>
                        <a:t>愿景与范围文档</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a:latin typeface="微软雅黑" panose="020B0503020204020204" charset="-122"/>
                          <a:ea typeface="微软雅黑" panose="020B0503020204020204" charset="-122"/>
                          <a:cs typeface="楷体" panose="02010609060101010101" charset="-122"/>
                        </a:rPr>
                        <a:t>陶重凯</a:t>
                      </a:r>
                      <a:endParaRPr lang="zh-CN" altLang="en-US" sz="8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365760">
                <a:tc>
                  <a:txBody>
                    <a:bodyPr/>
                    <a:lstStyle/>
                    <a:p>
                      <a:pPr indent="0">
                        <a:buNone/>
                      </a:pPr>
                      <a:r>
                        <a:rPr lang="en-US" sz="800" b="0">
                          <a:solidFill>
                            <a:srgbClr val="000000"/>
                          </a:solidFill>
                          <a:latin typeface="微软雅黑" panose="020B0503020204020204" charset="-122"/>
                          <a:ea typeface="微软雅黑" panose="020B0503020204020204" charset="-122"/>
                          <a:cs typeface="微软雅黑" panose="020B0503020204020204" charset="-122"/>
                        </a:rPr>
                        <a:t>3.是否召开了阶段项目会议，并有会议记录？记录内容是否合理、有效、及时？</a:t>
                      </a:r>
                      <a:endParaRPr lang="en-US" altLang="en-US" sz="800" b="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a:latin typeface="微软雅黑" panose="020B0503020204020204" charset="-122"/>
                          <a:ea typeface="微软雅黑" panose="020B0503020204020204" charset="-122"/>
                          <a:cs typeface="楷体" panose="02010609060101010101" charset="-122"/>
                        </a:rPr>
                        <a:t>用户群分类</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a:latin typeface="微软雅黑" panose="020B0503020204020204" charset="-122"/>
                          <a:ea typeface="微软雅黑" panose="020B0503020204020204" charset="-122"/>
                          <a:cs typeface="楷体" panose="02010609060101010101" charset="-122"/>
                        </a:rPr>
                        <a:t>王龙龙</a:t>
                      </a:r>
                      <a:endParaRPr lang="zh-CN" altLang="en-US" sz="8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365760">
                <a:tc>
                  <a:txBody>
                    <a:bodyPr/>
                    <a:lstStyle/>
                    <a:p>
                      <a:pPr indent="0">
                        <a:buNone/>
                      </a:pPr>
                      <a:r>
                        <a:rPr lang="en-US" sz="800" b="0" dirty="0">
                          <a:solidFill>
                            <a:srgbClr val="000000"/>
                          </a:solidFill>
                          <a:latin typeface="微软雅黑" panose="020B0503020204020204" charset="-122"/>
                          <a:ea typeface="微软雅黑" panose="020B0503020204020204" charset="-122"/>
                          <a:cs typeface="微软雅黑" panose="020B0503020204020204" charset="-122"/>
                        </a:rPr>
                        <a:t>4.是否有针对里程碑的内部的评审记录？是否有针对评审后的修改和完善？</a:t>
                      </a:r>
                      <a:endParaRPr lang="en-US" altLang="en-US" sz="800" b="0" dirty="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a:latin typeface="微软雅黑" panose="020B0503020204020204" charset="-122"/>
                          <a:ea typeface="微软雅黑" panose="020B0503020204020204" charset="-122"/>
                          <a:cs typeface="楷体" panose="02010609060101010101" charset="-122"/>
                        </a:rPr>
                        <a:t>用户代表说明文档</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a:latin typeface="微软雅黑" panose="020B0503020204020204" charset="-122"/>
                          <a:ea typeface="微软雅黑" panose="020B0503020204020204" charset="-122"/>
                          <a:cs typeface="楷体" panose="02010609060101010101" charset="-122"/>
                        </a:rPr>
                        <a:t>郑策文</a:t>
                      </a:r>
                      <a:endParaRPr lang="zh-CN" altLang="en-US" sz="8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426720">
                <a:tc>
                  <a:txBody>
                    <a:bodyPr/>
                    <a:lstStyle/>
                    <a:p>
                      <a:pPr indent="0">
                        <a:buNone/>
                      </a:pPr>
                      <a:r>
                        <a:rPr lang="en-US" sz="800" b="0" dirty="0">
                          <a:solidFill>
                            <a:srgbClr val="000000"/>
                          </a:solidFill>
                          <a:latin typeface="微软雅黑" panose="020B0503020204020204" charset="-122"/>
                          <a:ea typeface="微软雅黑" panose="020B0503020204020204" charset="-122"/>
                          <a:cs typeface="微软雅黑" panose="020B0503020204020204" charset="-122"/>
                        </a:rPr>
                        <a:t>5.是否采用了配置管理工具进行文档的版本管理？效果如何？</a:t>
                      </a:r>
                      <a:endParaRPr lang="en-US" altLang="en-US" sz="800" b="0" dirty="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dirty="0">
                          <a:latin typeface="微软雅黑" panose="020B0503020204020204" charset="-122"/>
                          <a:ea typeface="微软雅黑" panose="020B0503020204020204" charset="-122"/>
                          <a:cs typeface="楷体" panose="02010609060101010101" charset="-122"/>
                        </a:rPr>
                        <a:t>是</a:t>
                      </a:r>
                      <a:endParaRPr lang="en-US" altLang="en-US" sz="700" b="0" dirty="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a:latin typeface="微软雅黑" panose="020B0503020204020204" charset="-122"/>
                          <a:ea typeface="微软雅黑" panose="020B0503020204020204" charset="-122"/>
                          <a:cs typeface="楷体" panose="02010609060101010101" charset="-122"/>
                        </a:rPr>
                        <a:t>用户代表说明文档、用户群分类</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a:latin typeface="微软雅黑" panose="020B0503020204020204" charset="-122"/>
                          <a:ea typeface="微软雅黑" panose="020B0503020204020204" charset="-122"/>
                          <a:cs typeface="楷体" panose="02010609060101010101" charset="-122"/>
                        </a:rPr>
                        <a:t>申子昂</a:t>
                      </a:r>
                      <a:endParaRPr lang="zh-CN" altLang="en-US" sz="8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459740">
                <a:tc>
                  <a:txBody>
                    <a:bodyPr/>
                    <a:lstStyle/>
                    <a:p>
                      <a:pPr indent="0">
                        <a:buNone/>
                      </a:pPr>
                      <a:r>
                        <a:rPr lang="en-US" sz="800" b="0">
                          <a:solidFill>
                            <a:srgbClr val="000000"/>
                          </a:solidFill>
                          <a:latin typeface="微软雅黑" panose="020B0503020204020204" charset="-122"/>
                          <a:ea typeface="微软雅黑" panose="020B0503020204020204" charset="-122"/>
                          <a:cs typeface="微软雅黑" panose="020B0503020204020204" charset="-122"/>
                        </a:rPr>
                        <a:t>6.是否及时根据项目的进展情况，进行相关文档的更新？并能追溯相关历史信息？</a:t>
                      </a:r>
                      <a:endParaRPr lang="en-US" altLang="en-US" sz="800" b="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dirty="0" err="1">
                          <a:latin typeface="微软雅黑" panose="020B0503020204020204" charset="-122"/>
                          <a:ea typeface="微软雅黑" panose="020B0503020204020204" charset="-122"/>
                          <a:cs typeface="楷体" panose="02010609060101010101" charset="-122"/>
                        </a:rPr>
                        <a:t>用户邀请函回执、用户代表说明文档</a:t>
                      </a:r>
                      <a:endParaRPr lang="en-US" altLang="en-US" sz="700" b="0" dirty="0" err="1">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a:latin typeface="微软雅黑" panose="020B0503020204020204" charset="-122"/>
                          <a:ea typeface="微软雅黑" panose="020B0503020204020204" charset="-122"/>
                          <a:cs typeface="楷体" panose="02010609060101010101" charset="-122"/>
                        </a:rPr>
                        <a:t>包连盛</a:t>
                      </a:r>
                      <a:endParaRPr lang="zh-CN" altLang="en-US" sz="8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384810">
                <a:tc>
                  <a:txBody>
                    <a:bodyPr/>
                    <a:lstStyle/>
                    <a:p>
                      <a:pPr indent="0">
                        <a:buNone/>
                      </a:pPr>
                      <a:r>
                        <a:rPr lang="en-US" sz="800" b="0">
                          <a:solidFill>
                            <a:srgbClr val="000000"/>
                          </a:solidFill>
                          <a:latin typeface="微软雅黑" panose="020B0503020204020204" charset="-122"/>
                          <a:ea typeface="微软雅黑" panose="020B0503020204020204" charset="-122"/>
                          <a:cs typeface="微软雅黑" panose="020B0503020204020204" charset="-122"/>
                        </a:rPr>
                        <a:t>7.针对需求的管理，是否采用了需求管理工具？是否把全部需求录入工具？是否建立了跟踪链接矩阵？</a:t>
                      </a:r>
                      <a:endParaRPr lang="en-US" altLang="en-US" sz="800" b="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dirty="0" err="1">
                          <a:latin typeface="微软雅黑" panose="020B0503020204020204" charset="-122"/>
                          <a:ea typeface="微软雅黑" panose="020B0503020204020204" charset="-122"/>
                          <a:cs typeface="楷体" panose="02010609060101010101" charset="-122"/>
                        </a:rPr>
                        <a:t>界面原型</a:t>
                      </a:r>
                      <a:endParaRPr lang="en-US" altLang="en-US" sz="700" b="0" dirty="0" err="1">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dirty="0">
                          <a:latin typeface="微软雅黑" panose="020B0503020204020204" charset="-122"/>
                          <a:ea typeface="微软雅黑" panose="020B0503020204020204" charset="-122"/>
                          <a:cs typeface="楷体" panose="02010609060101010101" charset="-122"/>
                        </a:rPr>
                        <a:t>王龙龙</a:t>
                      </a:r>
                      <a:endParaRPr lang="zh-CN" altLang="en-US" sz="800" b="0" dirty="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243840">
                <a:tc>
                  <a:txBody>
                    <a:bodyPr/>
                    <a:lstStyle/>
                    <a:p>
                      <a:pPr indent="0">
                        <a:buNone/>
                      </a:pPr>
                      <a:r>
                        <a:rPr lang="en-US" sz="800" b="0">
                          <a:solidFill>
                            <a:srgbClr val="000000"/>
                          </a:solidFill>
                          <a:latin typeface="微软雅黑" panose="020B0503020204020204" charset="-122"/>
                          <a:ea typeface="微软雅黑" panose="020B0503020204020204" charset="-122"/>
                          <a:cs typeface="微软雅黑" panose="020B0503020204020204" charset="-122"/>
                        </a:rPr>
                        <a:t>8.针对用户的需求变化，建议的变更与需求基线是否相冲突？</a:t>
                      </a:r>
                      <a:endParaRPr lang="en-US" altLang="en-US" sz="800" b="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a:latin typeface="微软雅黑" panose="020B0503020204020204" charset="-122"/>
                          <a:ea typeface="微软雅黑" panose="020B0503020204020204" charset="-122"/>
                          <a:cs typeface="楷体" panose="02010609060101010101" charset="-122"/>
                        </a:rPr>
                        <a:t>用例文档</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a:latin typeface="微软雅黑" panose="020B0503020204020204" charset="-122"/>
                          <a:ea typeface="微软雅黑" panose="020B0503020204020204" charset="-122"/>
                          <a:cs typeface="楷体" panose="02010609060101010101" charset="-122"/>
                        </a:rPr>
                        <a:t>包连盛</a:t>
                      </a:r>
                      <a:endParaRPr lang="zh-CN" altLang="en-US" sz="8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r h="243840">
                <a:tc>
                  <a:txBody>
                    <a:bodyPr/>
                    <a:lstStyle/>
                    <a:p>
                      <a:pPr indent="0">
                        <a:buNone/>
                      </a:pPr>
                      <a:r>
                        <a:rPr lang="en-US" sz="800" b="0">
                          <a:solidFill>
                            <a:srgbClr val="000000"/>
                          </a:solidFill>
                          <a:latin typeface="微软雅黑" panose="020B0503020204020204" charset="-122"/>
                          <a:ea typeface="微软雅黑" panose="020B0503020204020204" charset="-122"/>
                          <a:cs typeface="微软雅黑" panose="020B0503020204020204" charset="-122"/>
                        </a:rPr>
                        <a:t>9.针对用户的需求变化，是否要求完善或重新制作相关原型？</a:t>
                      </a:r>
                      <a:endParaRPr lang="en-US" altLang="en-US" sz="800" b="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700" b="0">
                          <a:latin typeface="微软雅黑" panose="020B0503020204020204" charset="-122"/>
                          <a:ea typeface="微软雅黑" panose="020B0503020204020204" charset="-122"/>
                          <a:cs typeface="楷体" panose="02010609060101010101" charset="-122"/>
                        </a:rPr>
                        <a:t>是</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700" b="0">
                          <a:latin typeface="微软雅黑" panose="020B0503020204020204" charset="-122"/>
                          <a:ea typeface="微软雅黑" panose="020B0503020204020204" charset="-122"/>
                          <a:cs typeface="楷体" panose="02010609060101010101" charset="-122"/>
                        </a:rPr>
                        <a:t>用例文档</a:t>
                      </a:r>
                      <a:endParaRPr lang="en-US" altLang="en-US" sz="700" b="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800" b="0" dirty="0">
                          <a:latin typeface="微软雅黑" panose="020B0503020204020204" charset="-122"/>
                          <a:ea typeface="微软雅黑" panose="020B0503020204020204" charset="-122"/>
                          <a:cs typeface="楷体" panose="02010609060101010101" charset="-122"/>
                        </a:rPr>
                        <a:t>申子昂</a:t>
                      </a:r>
                      <a:endParaRPr lang="zh-CN" altLang="en-US" sz="800" b="0" dirty="0">
                        <a:latin typeface="微软雅黑" panose="020B0503020204020204" charset="-122"/>
                        <a:ea typeface="微软雅黑" panose="020B0503020204020204" charset="-122"/>
                        <a:cs typeface="楷体" panose="02010609060101010101"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r>
            </a:tbl>
          </a:graphicData>
        </a:graphic>
      </p:graphicFrame>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配置文档管理</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7. 是否采用了配置管理工具进行文档的版本管理？效果如何？</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11"/>
          <a:stretch>
            <a:fillRect/>
          </a:stretch>
        </p:blipFill>
        <p:spPr>
          <a:xfrm>
            <a:off x="1755105" y="2022471"/>
            <a:ext cx="3745721" cy="3919364"/>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配置文档管理</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7. 是否采用了配置管理工具进行文档的版本管理？效果如何？</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890775" y="2183566"/>
            <a:ext cx="6734428" cy="184581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配置文档管理</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7. 是否采用了配置管理工具进行文档的版本管理？效果如何？</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890775" y="2183566"/>
            <a:ext cx="6734428" cy="184581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配置文档管理</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8. 是否及时根据项目的进展情况，进行相关文档的更新？并能追溯相关历史信息？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890775" y="2183566"/>
            <a:ext cx="6734428" cy="184581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9. 需求项目计划的 WBS 结构是否合理？是否涵盖项目的 5 个阶段、需求工程的 2 个阶段？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11"/>
          <a:stretch>
            <a:fillRect/>
          </a:stretch>
        </p:blipFill>
        <p:spPr>
          <a:xfrm>
            <a:off x="3040781" y="2197336"/>
            <a:ext cx="5619750" cy="373316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11. 是否采用了 Project 工具绘制了 GANTT 图？是否准确？在相应的网络图中，是否明确了里程碑？</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11"/>
          <a:stretch>
            <a:fillRect/>
          </a:stretch>
        </p:blipFill>
        <p:spPr>
          <a:xfrm>
            <a:off x="2487295" y="1982158"/>
            <a:ext cx="2936875" cy="3789045"/>
          </a:xfrm>
          <a:prstGeom prst="rect">
            <a:avLst/>
          </a:prstGeom>
        </p:spPr>
      </p:pic>
      <p:pic>
        <p:nvPicPr>
          <p:cNvPr id="7" name="图片 6"/>
          <p:cNvPicPr>
            <a:picLocks noChangeAspect="1"/>
          </p:cNvPicPr>
          <p:nvPr/>
        </p:nvPicPr>
        <p:blipFill>
          <a:blip r:embed="rId12"/>
          <a:stretch>
            <a:fillRect/>
          </a:stretch>
        </p:blipFill>
        <p:spPr>
          <a:xfrm>
            <a:off x="6087745" y="1982158"/>
            <a:ext cx="2746375" cy="376301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11. 是否采用了 Project 工具绘制了 GANTT 图？是否准确？在相应的网络图中，是否明确了里程碑？</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11"/>
          <a:stretch>
            <a:fillRect/>
          </a:stretch>
        </p:blipFill>
        <p:spPr>
          <a:xfrm>
            <a:off x="2487295" y="1982158"/>
            <a:ext cx="2936875" cy="3789045"/>
          </a:xfrm>
          <a:prstGeom prst="rect">
            <a:avLst/>
          </a:prstGeom>
        </p:spPr>
      </p:pic>
      <p:pic>
        <p:nvPicPr>
          <p:cNvPr id="7" name="图片 6"/>
          <p:cNvPicPr>
            <a:picLocks noChangeAspect="1"/>
          </p:cNvPicPr>
          <p:nvPr/>
        </p:nvPicPr>
        <p:blipFill>
          <a:blip r:embed="rId12"/>
          <a:stretch>
            <a:fillRect/>
          </a:stretch>
        </p:blipFill>
        <p:spPr>
          <a:xfrm>
            <a:off x="6087745" y="1982158"/>
            <a:ext cx="2746375" cy="376301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625264" y="816647"/>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10</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950480"/>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10. 需求计划中是否明确的给每个组员分配了任务？分配是否合理？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13. 最终的计划中是否存在与实际情况的偏差？是否有资源分配不平均或人员过载的情况？为什么？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11"/>
          <a:stretch>
            <a:fillRect/>
          </a:stretch>
        </p:blipFill>
        <p:spPr>
          <a:xfrm>
            <a:off x="1875419" y="2273010"/>
            <a:ext cx="7912145" cy="3157899"/>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项目子计划</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950480"/>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12. 需求计划中是否包含了项目计划的必要子计划？比如：风险、人力资源、预算等等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11"/>
          <a:stretch>
            <a:fillRect/>
          </a:stretch>
        </p:blipFill>
        <p:spPr>
          <a:xfrm>
            <a:off x="2861465" y="2186861"/>
            <a:ext cx="2753360" cy="2919730"/>
          </a:xfrm>
          <a:prstGeom prst="rect">
            <a:avLst/>
          </a:prstGeom>
        </p:spPr>
      </p:pic>
      <p:pic>
        <p:nvPicPr>
          <p:cNvPr id="7" name="图片 6"/>
          <p:cNvPicPr>
            <a:picLocks noChangeAspect="1"/>
          </p:cNvPicPr>
          <p:nvPr/>
        </p:nvPicPr>
        <p:blipFill>
          <a:blip r:embed="rId12"/>
          <a:stretch>
            <a:fillRect/>
          </a:stretch>
        </p:blipFill>
        <p:spPr>
          <a:xfrm>
            <a:off x="6317715" y="2134156"/>
            <a:ext cx="1910715" cy="342773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descr="D:\51PPT模板网\51pptmoban.com\图片.jpg"/>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201676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需求开发</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03</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愿景与范围</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120648"/>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14. 是否提交了 Vision &amp; Scope 文档？是否采用了 Context Diagram？内容是否完整？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p:cNvPicPr>
            <a:picLocks noChangeAspect="1"/>
          </p:cNvPicPr>
          <p:nvPr/>
        </p:nvPicPr>
        <p:blipFill>
          <a:blip r:embed="rId11"/>
          <a:stretch>
            <a:fillRect/>
          </a:stretch>
        </p:blipFill>
        <p:spPr>
          <a:xfrm>
            <a:off x="2984020" y="2134021"/>
            <a:ext cx="2856230" cy="3027045"/>
          </a:xfrm>
          <a:prstGeom prst="rect">
            <a:avLst/>
          </a:prstGeom>
        </p:spPr>
      </p:pic>
      <p:pic>
        <p:nvPicPr>
          <p:cNvPr id="9" name="图片 8"/>
          <p:cNvPicPr>
            <a:picLocks noChangeAspect="1"/>
          </p:cNvPicPr>
          <p:nvPr/>
        </p:nvPicPr>
        <p:blipFill>
          <a:blip r:embed="rId12"/>
          <a:stretch>
            <a:fillRect/>
          </a:stretch>
        </p:blipFill>
        <p:spPr>
          <a:xfrm>
            <a:off x="6080280" y="2172121"/>
            <a:ext cx="3662045" cy="295021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愿景与范围</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14. 是否提交了 Vision &amp; Scope 文档？是否采用了 Context Diagram？内容是否完整？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p:cNvPicPr>
            <a:picLocks noChangeAspect="1"/>
          </p:cNvPicPr>
          <p:nvPr/>
        </p:nvPicPr>
        <p:blipFill>
          <a:blip r:embed="rId11"/>
          <a:stretch>
            <a:fillRect/>
          </a:stretch>
        </p:blipFill>
        <p:spPr>
          <a:xfrm>
            <a:off x="2984020" y="2134021"/>
            <a:ext cx="2856230" cy="3027045"/>
          </a:xfrm>
          <a:prstGeom prst="rect">
            <a:avLst/>
          </a:prstGeom>
        </p:spPr>
      </p:pic>
      <p:pic>
        <p:nvPicPr>
          <p:cNvPr id="9" name="图片 8"/>
          <p:cNvPicPr>
            <a:picLocks noChangeAspect="1"/>
          </p:cNvPicPr>
          <p:nvPr/>
        </p:nvPicPr>
        <p:blipFill>
          <a:blip r:embed="rId12"/>
          <a:stretch>
            <a:fillRect/>
          </a:stretch>
        </p:blipFill>
        <p:spPr>
          <a:xfrm>
            <a:off x="6080280" y="2172121"/>
            <a:ext cx="3662045" cy="295021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3"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用户群分类</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15. 是否识别了用户群？找到了相关的用户代表？明确了相关职责？</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11"/>
            </p:custDataLst>
          </p:nvPr>
        </p:nvSpPr>
        <p:spPr>
          <a:xfrm>
            <a:off x="998620" y="1613799"/>
            <a:ext cx="6569242" cy="368300"/>
          </a:xfrm>
          <a:prstGeom prst="rect">
            <a:avLst/>
          </a:prstGeom>
          <a:noFill/>
        </p:spPr>
        <p:txBody>
          <a:bodyPr wrap="square">
            <a:spAutoFit/>
          </a:bodyPr>
          <a:lstStyle/>
          <a:p>
            <a:pPr indent="0"/>
            <a:r>
              <a:rPr lang="zh-CN" altLang="zh-CN" sz="1800" b="1" dirty="0">
                <a:solidFill>
                  <a:schemeClr val="dk1"/>
                </a:solidFill>
                <a:latin typeface="微软雅黑" panose="020B0503020204020204" charset="-122"/>
                <a:ea typeface="微软雅黑" panose="020B0503020204020204" charset="-122"/>
                <a:cs typeface="宋体" panose="02010600030101010101" pitchFamily="2" charset="-122"/>
              </a:rPr>
              <a:t>用户群分类</a:t>
            </a:r>
            <a:endParaRPr lang="zh-CN" altLang="zh-CN" sz="1800" b="1" dirty="0">
              <a:solidFill>
                <a:schemeClr val="dk1"/>
              </a:solidFill>
              <a:latin typeface="微软雅黑" panose="020B0503020204020204" charset="-122"/>
              <a:ea typeface="微软雅黑" panose="020B0503020204020204" charset="-122"/>
              <a:cs typeface="宋体" panose="02010600030101010101" pitchFamily="2" charset="-122"/>
            </a:endParaRPr>
          </a:p>
        </p:txBody>
      </p:sp>
      <p:pic>
        <p:nvPicPr>
          <p:cNvPr id="7" name="图片 6"/>
          <p:cNvPicPr>
            <a:picLocks noChangeAspect="1"/>
          </p:cNvPicPr>
          <p:nvPr/>
        </p:nvPicPr>
        <p:blipFill>
          <a:blip r:embed="rId12"/>
          <a:stretch>
            <a:fillRect/>
          </a:stretch>
        </p:blipFill>
        <p:spPr>
          <a:xfrm>
            <a:off x="2396747" y="2324648"/>
            <a:ext cx="2598420" cy="3276600"/>
          </a:xfrm>
          <a:prstGeom prst="rect">
            <a:avLst/>
          </a:prstGeom>
        </p:spPr>
      </p:pic>
      <p:pic>
        <p:nvPicPr>
          <p:cNvPr id="10" name="图片 9"/>
          <p:cNvPicPr>
            <a:picLocks noChangeAspect="1"/>
          </p:cNvPicPr>
          <p:nvPr/>
        </p:nvPicPr>
        <p:blipFill>
          <a:blip r:embed="rId13"/>
          <a:stretch>
            <a:fillRect/>
          </a:stretch>
        </p:blipFill>
        <p:spPr>
          <a:xfrm>
            <a:off x="5997197" y="2324648"/>
            <a:ext cx="3390900" cy="343408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用户群分类</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316408"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15</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15. 是否识别了用户群？找到了相关的用户代表？明确了相关职责？</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16. 是否对用户群和用户代表进行了分类？</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邀请用户代表</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316408"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15. 是否识别了用户群？找到了相关的用户代表？明确了相关职责？</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需求确认</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18260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17. 是否对每个用户代表都进行了需求获取和确认？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需求确认</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18260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17. 是否对每个用户代表都进行了需求获取和确认？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需求优先级</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22</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92202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是否对每个用户的需求进行了优先级打分和排序？具体的量化方法是什么？合适、有效吗？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27.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是否对全部的用户的需求进行了优先级排序</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需求优先级</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22</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92202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是否对每个用户的需求进行了优先级打分和排序？具体的量化方法是什么？合适、有效吗？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27.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是否对全部的用户的需求进行了优先级排序</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需求可行性分析</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64516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23.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是否讨论、分析、论证了每个需求的可行性？是否存在不可行的需求？有记录吗？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需求可行性分析</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64516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23.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是否讨论、分析、论证了每个需求的可行性？是否存在不可行的需求？有记录吗？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优先级排序及需求冲突</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28. 需求优先级排序是否考虑了用户群的分类？是否存在需求冲突？怎样解决可能的需求冲突？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11"/>
          <a:stretch>
            <a:fillRect/>
          </a:stretch>
        </p:blipFill>
        <p:spPr>
          <a:xfrm>
            <a:off x="2396747" y="2324648"/>
            <a:ext cx="2598420" cy="3276600"/>
          </a:xfrm>
          <a:prstGeom prst="rect">
            <a:avLst/>
          </a:prstGeom>
        </p:spPr>
      </p:pic>
      <p:pic>
        <p:nvPicPr>
          <p:cNvPr id="10" name="图片 9"/>
          <p:cNvPicPr>
            <a:picLocks noChangeAspect="1"/>
          </p:cNvPicPr>
          <p:nvPr/>
        </p:nvPicPr>
        <p:blipFill>
          <a:blip r:embed="rId12"/>
          <a:stretch>
            <a:fillRect/>
          </a:stretch>
        </p:blipFill>
        <p:spPr>
          <a:xfrm>
            <a:off x="5997197" y="2324648"/>
            <a:ext cx="3390900" cy="34340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JAD</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会议</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24. 是否召开了 JAD 会议？有没有会议记录？内容是否完整、有效？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1"/>
          <a:stretch>
            <a:fillRect/>
          </a:stretch>
        </p:blipFill>
        <p:spPr>
          <a:xfrm>
            <a:off x="1548096" y="1709538"/>
            <a:ext cx="2614096" cy="3874375"/>
          </a:xfrm>
          <a:prstGeom prst="rect">
            <a:avLst/>
          </a:prstGeom>
        </p:spPr>
      </p:pic>
      <p:pic>
        <p:nvPicPr>
          <p:cNvPr id="6" name="图片 5"/>
          <p:cNvPicPr>
            <a:picLocks noChangeAspect="1"/>
          </p:cNvPicPr>
          <p:nvPr/>
        </p:nvPicPr>
        <p:blipFill>
          <a:blip r:embed="rId12"/>
          <a:stretch>
            <a:fillRect/>
          </a:stretch>
        </p:blipFill>
        <p:spPr>
          <a:xfrm>
            <a:off x="4274840" y="1644011"/>
            <a:ext cx="2311057" cy="3939902"/>
          </a:xfrm>
          <a:prstGeom prst="rect">
            <a:avLst/>
          </a:prstGeom>
        </p:spPr>
      </p:pic>
      <p:pic>
        <p:nvPicPr>
          <p:cNvPr id="8" name="图片 7"/>
          <p:cNvPicPr>
            <a:picLocks noChangeAspect="1"/>
          </p:cNvPicPr>
          <p:nvPr/>
        </p:nvPicPr>
        <p:blipFill>
          <a:blip r:embed="rId13"/>
          <a:stretch>
            <a:fillRect/>
          </a:stretch>
        </p:blipFill>
        <p:spPr>
          <a:xfrm>
            <a:off x="6692311" y="1665713"/>
            <a:ext cx="2474934" cy="39182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界面原型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18. 是否制定了相关原型来辅助获取过程？原型制作是否采用了工具？效果如何？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11"/>
          <a:stretch>
            <a:fillRect/>
          </a:stretch>
        </p:blipFill>
        <p:spPr>
          <a:xfrm>
            <a:off x="1797081" y="1968644"/>
            <a:ext cx="5976664" cy="3356164"/>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界面原型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43408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46</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46. 界面原型是否达到了高保真的效果？交互使用是否便捷、有效？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47. 是否考虑了移动端的访问？界面是否合适移动终端？使用是否便捷、有效？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11"/>
          <a:stretch>
            <a:fillRect/>
          </a:stretch>
        </p:blipFill>
        <p:spPr>
          <a:xfrm>
            <a:off x="1084265" y="2062781"/>
            <a:ext cx="6372200" cy="3445666"/>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用例文档</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19. 是否将每个用户的需求描述为用例文档？是否采用模版？模版是否合适？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1"/>
          <a:stretch>
            <a:fillRect/>
          </a:stretch>
        </p:blipFill>
        <p:spPr>
          <a:xfrm>
            <a:off x="1084265" y="2062781"/>
            <a:ext cx="6372200" cy="3445666"/>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用例图</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&amp;</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对话框图</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20. 用例文档</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（以管理员用户为例）</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是否包含了</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用例图</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、用例场景说明、界面原型、DM？采用了那些工具？是否合适、有效？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1"/>
          <a:stretch>
            <a:fillRect/>
          </a:stretch>
        </p:blipFill>
        <p:spPr>
          <a:xfrm>
            <a:off x="1084265" y="2062781"/>
            <a:ext cx="6372200" cy="3445666"/>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3"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软件需求规格说明书</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626377"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25</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25. 是否清晰地定义了需求，可以移交给另一小组设计、实现而依然理解正确？</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26.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提交的 SRS 在内容上是否完整？</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是否考虑了功能和非功能的需求？是否达到要求的下限？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a:graphicFrameLocks noGrp="1"/>
          </p:cNvGraphicFramePr>
          <p:nvPr/>
        </p:nvGraphicFramePr>
        <p:xfrm>
          <a:off x="1694765" y="3009880"/>
          <a:ext cx="2376263" cy="2016224"/>
        </p:xfrm>
        <a:graphic>
          <a:graphicData uri="http://schemas.openxmlformats.org/drawingml/2006/table">
            <a:tbl>
              <a:tblPr firstRow="1" firstCol="1" bandRow="1">
                <a:tableStyleId>{5C22544A-7EE6-4342-B048-85BDC9FD1C3A}</a:tableStyleId>
              </a:tblPr>
              <a:tblGrid>
                <a:gridCol w="1026311"/>
                <a:gridCol w="780971"/>
                <a:gridCol w="568981"/>
              </a:tblGrid>
              <a:tr h="822482">
                <a:tc>
                  <a:txBody>
                    <a:bodyPr/>
                    <a:lstStyle/>
                    <a:p>
                      <a:pPr>
                        <a:lnSpc>
                          <a:spcPct val="150000"/>
                        </a:lnSpc>
                        <a:spcAft>
                          <a:spcPts val="0"/>
                        </a:spcAft>
                      </a:pPr>
                      <a:r>
                        <a:rPr lang="zh-CN" sz="1200" kern="100">
                          <a:effectLst/>
                          <a:latin typeface="微软雅黑" panose="020B0503020204020204" charset="-122"/>
                          <a:ea typeface="微软雅黑" panose="020B0503020204020204" charset="-122"/>
                        </a:rPr>
                        <a:t>文档名称</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编号</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a:effectLst/>
                          <a:latin typeface="微软雅黑" panose="020B0503020204020204" charset="-122"/>
                          <a:ea typeface="微软雅黑" panose="020B0503020204020204" charset="-122"/>
                        </a:rPr>
                        <a:t>类型</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r h="1193742">
                <a:tc>
                  <a:txBody>
                    <a:bodyPr/>
                    <a:lstStyle/>
                    <a:p>
                      <a:pPr>
                        <a:lnSpc>
                          <a:spcPct val="150000"/>
                        </a:lnSpc>
                        <a:spcAft>
                          <a:spcPts val="0"/>
                        </a:spcAft>
                      </a:pPr>
                      <a:r>
                        <a:rPr lang="zh-CN" sz="1200" kern="100">
                          <a:effectLst/>
                          <a:latin typeface="微软雅黑" panose="020B0503020204020204" charset="-122"/>
                          <a:ea typeface="微软雅黑" panose="020B0503020204020204" charset="-122"/>
                        </a:rPr>
                        <a:t>软件需求规格说明书</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en-US" sz="1200" kern="100" dirty="0">
                          <a:effectLst/>
                          <a:latin typeface="微软雅黑" panose="020B0503020204020204" charset="-122"/>
                          <a:ea typeface="微软雅黑" panose="020B0503020204020204" charset="-122"/>
                        </a:rPr>
                        <a:t>GB856T-88</a:t>
                      </a:r>
                      <a:endParaRPr lang="en-US"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国标</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bl>
          </a:graphicData>
        </a:graphic>
      </p:graphicFrame>
      <p:graphicFrame>
        <p:nvGraphicFramePr>
          <p:cNvPr id="7" name="表格 6"/>
          <p:cNvGraphicFramePr/>
          <p:nvPr>
            <p:custDataLst>
              <p:tags r:id="rId11"/>
            </p:custDataLst>
          </p:nvPr>
        </p:nvGraphicFramePr>
        <p:xfrm>
          <a:off x="6889547" y="2877627"/>
          <a:ext cx="3134612" cy="1005840"/>
        </p:xfrm>
        <a:graphic>
          <a:graphicData uri="http://schemas.openxmlformats.org/drawingml/2006/table">
            <a:tbl>
              <a:tblPr firstRow="1" bandRow="1">
                <a:tableStyleId>{5C22544A-7EE6-4342-B048-85BDC9FD1C3A}</a:tableStyleId>
              </a:tblPr>
              <a:tblGrid>
                <a:gridCol w="1567306"/>
                <a:gridCol w="1567306"/>
              </a:tblGrid>
              <a:tr h="316612">
                <a:tc>
                  <a:txBody>
                    <a:bodyPr/>
                    <a:lstStyle/>
                    <a:p>
                      <a:pPr algn="ctr">
                        <a:buNone/>
                      </a:pPr>
                      <a:r>
                        <a:rPr lang="zh-CN" altLang="en-US" dirty="0">
                          <a:latin typeface="微软雅黑" panose="020B0503020204020204" charset="-122"/>
                          <a:ea typeface="微软雅黑" panose="020B0503020204020204" charset="-122"/>
                        </a:rPr>
                        <a:t>文档名称</a:t>
                      </a:r>
                      <a:endParaRPr lang="zh-CN" altLang="en-US" dirty="0">
                        <a:latin typeface="微软雅黑" panose="020B0503020204020204" charset="-122"/>
                        <a:ea typeface="微软雅黑" panose="020B0503020204020204" charset="-122"/>
                      </a:endParaRPr>
                    </a:p>
                  </a:txBody>
                  <a:tcPr anchor="ctr"/>
                </a:tc>
                <a:tc>
                  <a:txBody>
                    <a:bodyPr/>
                    <a:lstStyle/>
                    <a:p>
                      <a:pPr algn="ctr">
                        <a:buNone/>
                      </a:pPr>
                      <a:r>
                        <a:rPr lang="zh-CN" altLang="en-US" dirty="0">
                          <a:latin typeface="微软雅黑" panose="020B0503020204020204" charset="-122"/>
                          <a:ea typeface="微软雅黑" panose="020B0503020204020204" charset="-122"/>
                          <a:cs typeface="微软雅黑" panose="020B0503020204020204" charset="-122"/>
                        </a:rPr>
                        <a:t>页数</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字数</a:t>
                      </a:r>
                      <a:endParaRPr lang="zh-CN" altLang="en-US" dirty="0">
                        <a:latin typeface="微软雅黑" panose="020B0503020204020204" charset="-122"/>
                        <a:ea typeface="微软雅黑" panose="020B0503020204020204" charset="-122"/>
                        <a:cs typeface="微软雅黑" panose="020B0503020204020204" charset="-122"/>
                      </a:endParaRPr>
                    </a:p>
                  </a:txBody>
                  <a:tcPr anchor="ctr"/>
                </a:tc>
              </a:tr>
              <a:tr h="461010">
                <a:tc>
                  <a:txBody>
                    <a:bodyPr/>
                    <a:lstStyle/>
                    <a:p>
                      <a:pPr algn="ctr">
                        <a:buNone/>
                      </a:pPr>
                      <a:r>
                        <a:rPr lang="zh-CN" altLang="en-US" dirty="0">
                          <a:latin typeface="微软雅黑" panose="020B0503020204020204" charset="-122"/>
                          <a:ea typeface="微软雅黑" panose="020B0503020204020204" charset="-122"/>
                        </a:rPr>
                        <a:t>软件需求规格说明书</a:t>
                      </a:r>
                      <a:endParaRPr lang="zh-CN" altLang="en-US" dirty="0">
                        <a:latin typeface="微软雅黑" panose="020B0503020204020204" charset="-122"/>
                        <a:ea typeface="微软雅黑" panose="020B0503020204020204" charset="-122"/>
                      </a:endParaRPr>
                    </a:p>
                  </a:txBody>
                  <a:tcPr anchor="ctr"/>
                </a:tc>
                <a:tc>
                  <a:txBody>
                    <a:bodyPr/>
                    <a:lstStyle/>
                    <a:p>
                      <a:pPr algn="ctr">
                        <a:buNone/>
                      </a:pPr>
                      <a:r>
                        <a:rPr lang="en-US" altLang="zh-CN" dirty="0">
                          <a:latin typeface="微软雅黑" panose="020B0503020204020204" charset="-122"/>
                          <a:ea typeface="微软雅黑" panose="020B0503020204020204" charset="-122"/>
                        </a:rPr>
                        <a:t>195/27443</a:t>
                      </a:r>
                      <a:endParaRPr lang="en-US" altLang="zh-CN" dirty="0">
                        <a:latin typeface="微软雅黑" panose="020B0503020204020204" charset="-122"/>
                        <a:ea typeface="微软雅黑" panose="020B0503020204020204" charset="-122"/>
                      </a:endParaRPr>
                    </a:p>
                  </a:txBody>
                  <a:tcPr anchor="ctr"/>
                </a:tc>
              </a:tr>
            </a:tbl>
          </a:graphicData>
        </a:graphic>
      </p:graphicFrame>
      <p:pic>
        <p:nvPicPr>
          <p:cNvPr id="8" name="图片 7"/>
          <p:cNvPicPr>
            <a:picLocks noChangeAspect="1"/>
          </p:cNvPicPr>
          <p:nvPr/>
        </p:nvPicPr>
        <p:blipFill>
          <a:blip r:embed="rId12"/>
          <a:stretch>
            <a:fillRect/>
          </a:stretch>
        </p:blipFill>
        <p:spPr>
          <a:xfrm>
            <a:off x="4316352" y="2022602"/>
            <a:ext cx="2245657" cy="3600399"/>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3"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rPr>
              <a:t> 功能性需求</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26. 提交的 SRS 在内容上是否完整？</a:t>
            </a:r>
            <a:r>
              <a:rPr lang="zh-CN" altLang="en-US" b="1" dirty="0">
                <a:solidFill>
                  <a:schemeClr val="dk1"/>
                </a:solidFill>
                <a:latin typeface="微软雅黑" panose="020B0503020204020204" charset="-122"/>
                <a:ea typeface="微软雅黑" panose="020B0503020204020204" charset="-122"/>
                <a:cs typeface="微软雅黑" panose="020B0503020204020204" charset="-122"/>
                <a:sym typeface="+mn-ea"/>
              </a:rPr>
              <a:t>是否考虑了功能和非功能的需求？</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是否达到要求的下限？</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6" name="表格 5"/>
          <p:cNvGraphicFramePr>
            <a:graphicFrameLocks noGrp="1"/>
          </p:cNvGraphicFramePr>
          <p:nvPr/>
        </p:nvGraphicFramePr>
        <p:xfrm>
          <a:off x="1694765" y="3009880"/>
          <a:ext cx="2376263" cy="2016224"/>
        </p:xfrm>
        <a:graphic>
          <a:graphicData uri="http://schemas.openxmlformats.org/drawingml/2006/table">
            <a:tbl>
              <a:tblPr firstRow="1" firstCol="1" bandRow="1">
                <a:tableStyleId>{5C22544A-7EE6-4342-B048-85BDC9FD1C3A}</a:tableStyleId>
              </a:tblPr>
              <a:tblGrid>
                <a:gridCol w="1026311"/>
                <a:gridCol w="780971"/>
                <a:gridCol w="568981"/>
              </a:tblGrid>
              <a:tr h="822482">
                <a:tc>
                  <a:txBody>
                    <a:bodyPr/>
                    <a:lstStyle/>
                    <a:p>
                      <a:pPr>
                        <a:lnSpc>
                          <a:spcPct val="150000"/>
                        </a:lnSpc>
                        <a:spcAft>
                          <a:spcPts val="0"/>
                        </a:spcAft>
                      </a:pPr>
                      <a:r>
                        <a:rPr lang="zh-CN" sz="1200" kern="100">
                          <a:effectLst/>
                          <a:latin typeface="微软雅黑" panose="020B0503020204020204" charset="-122"/>
                          <a:ea typeface="微软雅黑" panose="020B0503020204020204" charset="-122"/>
                        </a:rPr>
                        <a:t>文档名称</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编号</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a:effectLst/>
                          <a:latin typeface="微软雅黑" panose="020B0503020204020204" charset="-122"/>
                          <a:ea typeface="微软雅黑" panose="020B0503020204020204" charset="-122"/>
                        </a:rPr>
                        <a:t>类型</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r h="1193742">
                <a:tc>
                  <a:txBody>
                    <a:bodyPr/>
                    <a:lstStyle/>
                    <a:p>
                      <a:pPr>
                        <a:lnSpc>
                          <a:spcPct val="150000"/>
                        </a:lnSpc>
                        <a:spcAft>
                          <a:spcPts val="0"/>
                        </a:spcAft>
                      </a:pPr>
                      <a:r>
                        <a:rPr lang="zh-CN" sz="1200" kern="100">
                          <a:effectLst/>
                          <a:latin typeface="微软雅黑" panose="020B0503020204020204" charset="-122"/>
                          <a:ea typeface="微软雅黑" panose="020B0503020204020204" charset="-122"/>
                        </a:rPr>
                        <a:t>软件需求规格说明书</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en-US" sz="1200" kern="100" dirty="0">
                          <a:effectLst/>
                          <a:latin typeface="微软雅黑" panose="020B0503020204020204" charset="-122"/>
                          <a:ea typeface="微软雅黑" panose="020B0503020204020204" charset="-122"/>
                        </a:rPr>
                        <a:t>GB856T-88</a:t>
                      </a:r>
                      <a:endParaRPr lang="en-US"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国标</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bl>
          </a:graphicData>
        </a:graphic>
      </p:graphicFrame>
      <p:graphicFrame>
        <p:nvGraphicFramePr>
          <p:cNvPr id="7" name="表格 6"/>
          <p:cNvGraphicFramePr/>
          <p:nvPr>
            <p:custDataLst>
              <p:tags r:id="rId11"/>
            </p:custDataLst>
          </p:nvPr>
        </p:nvGraphicFramePr>
        <p:xfrm>
          <a:off x="6889547" y="2877627"/>
          <a:ext cx="3134612" cy="1005840"/>
        </p:xfrm>
        <a:graphic>
          <a:graphicData uri="http://schemas.openxmlformats.org/drawingml/2006/table">
            <a:tbl>
              <a:tblPr firstRow="1" bandRow="1">
                <a:tableStyleId>{5C22544A-7EE6-4342-B048-85BDC9FD1C3A}</a:tableStyleId>
              </a:tblPr>
              <a:tblGrid>
                <a:gridCol w="1567306"/>
                <a:gridCol w="1567306"/>
              </a:tblGrid>
              <a:tr h="316612">
                <a:tc>
                  <a:txBody>
                    <a:bodyPr/>
                    <a:lstStyle/>
                    <a:p>
                      <a:pPr algn="ctr">
                        <a:buNone/>
                      </a:pPr>
                      <a:r>
                        <a:rPr lang="zh-CN" altLang="en-US" dirty="0">
                          <a:latin typeface="微软雅黑" panose="020B0503020204020204" charset="-122"/>
                          <a:ea typeface="微软雅黑" panose="020B0503020204020204" charset="-122"/>
                        </a:rPr>
                        <a:t>文档名称</a:t>
                      </a:r>
                      <a:endParaRPr lang="zh-CN" altLang="en-US" dirty="0">
                        <a:latin typeface="微软雅黑" panose="020B0503020204020204" charset="-122"/>
                        <a:ea typeface="微软雅黑" panose="020B0503020204020204" charset="-122"/>
                      </a:endParaRPr>
                    </a:p>
                  </a:txBody>
                  <a:tcPr anchor="ctr"/>
                </a:tc>
                <a:tc>
                  <a:txBody>
                    <a:bodyPr/>
                    <a:lstStyle/>
                    <a:p>
                      <a:pPr algn="ctr">
                        <a:buNone/>
                      </a:pPr>
                      <a:r>
                        <a:rPr lang="zh-CN" altLang="en-US" dirty="0">
                          <a:latin typeface="微软雅黑" panose="020B0503020204020204" charset="-122"/>
                          <a:ea typeface="微软雅黑" panose="020B0503020204020204" charset="-122"/>
                          <a:cs typeface="微软雅黑" panose="020B0503020204020204" charset="-122"/>
                        </a:rPr>
                        <a:t>页数</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字数</a:t>
                      </a:r>
                      <a:endParaRPr lang="zh-CN" altLang="en-US" dirty="0">
                        <a:latin typeface="微软雅黑" panose="020B0503020204020204" charset="-122"/>
                        <a:ea typeface="微软雅黑" panose="020B0503020204020204" charset="-122"/>
                        <a:cs typeface="微软雅黑" panose="020B0503020204020204" charset="-122"/>
                      </a:endParaRPr>
                    </a:p>
                  </a:txBody>
                  <a:tcPr anchor="ctr"/>
                </a:tc>
              </a:tr>
              <a:tr h="461010">
                <a:tc>
                  <a:txBody>
                    <a:bodyPr/>
                    <a:lstStyle/>
                    <a:p>
                      <a:pPr algn="ctr">
                        <a:buNone/>
                      </a:pPr>
                      <a:r>
                        <a:rPr lang="zh-CN" altLang="en-US" dirty="0">
                          <a:latin typeface="微软雅黑" panose="020B0503020204020204" charset="-122"/>
                          <a:ea typeface="微软雅黑" panose="020B0503020204020204" charset="-122"/>
                        </a:rPr>
                        <a:t>软件需求规格说明书</a:t>
                      </a:r>
                      <a:endParaRPr lang="zh-CN" altLang="en-US" dirty="0">
                        <a:latin typeface="微软雅黑" panose="020B0503020204020204" charset="-122"/>
                        <a:ea typeface="微软雅黑" panose="020B0503020204020204" charset="-122"/>
                      </a:endParaRPr>
                    </a:p>
                  </a:txBody>
                  <a:tcPr anchor="ctr"/>
                </a:tc>
                <a:tc>
                  <a:txBody>
                    <a:bodyPr/>
                    <a:lstStyle/>
                    <a:p>
                      <a:pPr algn="ctr">
                        <a:buNone/>
                      </a:pPr>
                      <a:r>
                        <a:rPr lang="en-US" altLang="zh-CN" dirty="0">
                          <a:latin typeface="微软雅黑" panose="020B0503020204020204" charset="-122"/>
                          <a:ea typeface="微软雅黑" panose="020B0503020204020204" charset="-122"/>
                        </a:rPr>
                        <a:t>195/27443</a:t>
                      </a:r>
                      <a:endParaRPr lang="en-US" altLang="zh-CN" dirty="0">
                        <a:latin typeface="微软雅黑" panose="020B0503020204020204" charset="-122"/>
                        <a:ea typeface="微软雅黑" panose="020B0503020204020204" charset="-122"/>
                      </a:endParaRPr>
                    </a:p>
                  </a:txBody>
                  <a:tcPr anchor="ctr"/>
                </a:tc>
              </a:tr>
            </a:tbl>
          </a:graphicData>
        </a:graphic>
      </p:graphicFrame>
      <p:pic>
        <p:nvPicPr>
          <p:cNvPr id="8" name="图片 7"/>
          <p:cNvPicPr>
            <a:picLocks noChangeAspect="1"/>
          </p:cNvPicPr>
          <p:nvPr/>
        </p:nvPicPr>
        <p:blipFill>
          <a:blip r:embed="rId12"/>
          <a:stretch>
            <a:fillRect/>
          </a:stretch>
        </p:blipFill>
        <p:spPr>
          <a:xfrm>
            <a:off x="4316352" y="2022602"/>
            <a:ext cx="2245657" cy="3600399"/>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rPr>
              <a:t> 非功能性需求</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9521106"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21</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21. 是否记录了每个用户的非功能性需求？描述是否正确？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26. 提交的 SRS 在内容上是否完整？</a:t>
            </a:r>
            <a:r>
              <a:rPr lang="zh-CN" altLang="en-US" b="1" dirty="0">
                <a:solidFill>
                  <a:schemeClr val="dk1"/>
                </a:solidFill>
                <a:latin typeface="微软雅黑" panose="020B0503020204020204" charset="-122"/>
                <a:ea typeface="微软雅黑" panose="020B0503020204020204" charset="-122"/>
                <a:cs typeface="微软雅黑" panose="020B0503020204020204" charset="-122"/>
                <a:sym typeface="+mn-ea"/>
              </a:rPr>
              <a:t>是否考虑了功能和非功能的需求？</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是否达到要求的下限？</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custDataLst>
              <p:tags r:id="rId11"/>
            </p:custDataLst>
          </p:nvPr>
        </p:nvSpPr>
        <p:spPr>
          <a:xfrm>
            <a:off x="4781803" y="5311283"/>
            <a:ext cx="4926330" cy="337185"/>
          </a:xfrm>
          <a:prstGeom prst="rect">
            <a:avLst/>
          </a:prstGeom>
          <a:noFill/>
        </p:spPr>
        <p:txBody>
          <a:bodyPr wrap="square" rtlCol="0" anchor="t" anchorCtr="0">
            <a:spAutoFit/>
          </a:bodyPr>
          <a:lstStyle/>
          <a:p>
            <a:pPr algn="r"/>
            <a:r>
              <a:rPr lang="zh-CN" altLang="en-US"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详见</a:t>
            </a:r>
            <a:r>
              <a:rPr 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SRA202</a:t>
            </a:r>
            <a:r>
              <a:rPr lang="en-US" alt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4-</a:t>
            </a:r>
            <a:r>
              <a:rPr 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G1</a:t>
            </a:r>
            <a:r>
              <a:rPr lang="en-US" alt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2</a:t>
            </a:r>
            <a:r>
              <a:rPr 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-需求</a:t>
            </a:r>
            <a:r>
              <a:rPr lang="zh-CN" altLang="en-US"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规格说明书</a:t>
            </a:r>
            <a:r>
              <a:rPr lang="en-US" alt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v1.1</a:t>
            </a:r>
            <a:r>
              <a:rPr 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rPr>
              <a:t>2</a:t>
            </a:r>
            <a:endParaRPr lang="en-US" altLang="zh-CN" sz="1600"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graphicFrame>
        <p:nvGraphicFramePr>
          <p:cNvPr id="20" name="表格 19"/>
          <p:cNvGraphicFramePr>
            <a:graphicFrameLocks noGrp="1"/>
          </p:cNvGraphicFramePr>
          <p:nvPr/>
        </p:nvGraphicFramePr>
        <p:xfrm>
          <a:off x="1758734" y="2700412"/>
          <a:ext cx="3960439" cy="764540"/>
        </p:xfrm>
        <a:graphic>
          <a:graphicData uri="http://schemas.openxmlformats.org/drawingml/2006/table">
            <a:tbl>
              <a:tblPr firstRow="1" firstCol="1" bandRow="1">
                <a:tableStyleId>{5C22544A-7EE6-4342-B048-85BDC9FD1C3A}</a:tableStyleId>
              </a:tblPr>
              <a:tblGrid>
                <a:gridCol w="606132"/>
                <a:gridCol w="3354307"/>
              </a:tblGrid>
              <a:tr h="193040">
                <a:tc>
                  <a:txBody>
                    <a:bodyPr/>
                    <a:lstStyle/>
                    <a:p>
                      <a:pPr algn="ctr">
                        <a:lnSpc>
                          <a:spcPct val="150000"/>
                        </a:lnSpc>
                        <a:spcAft>
                          <a:spcPts val="0"/>
                        </a:spcAft>
                      </a:pPr>
                      <a:r>
                        <a:rPr lang="zh-CN" sz="1200" kern="100">
                          <a:effectLst/>
                          <a:latin typeface="微软雅黑" panose="020B0503020204020204" charset="-122"/>
                          <a:ea typeface="微软雅黑" panose="020B0503020204020204" charset="-122"/>
                        </a:rPr>
                        <a:t>编号</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200" kern="100" dirty="0">
                          <a:effectLst/>
                          <a:latin typeface="微软雅黑" panose="020B0503020204020204" charset="-122"/>
                          <a:ea typeface="微软雅黑" panose="020B0503020204020204" charset="-122"/>
                        </a:rPr>
                        <a:t>描述</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r h="386715">
                <a:tc>
                  <a:txBody>
                    <a:bodyPr/>
                    <a:lstStyle/>
                    <a:p>
                      <a:pPr algn="ctr">
                        <a:lnSpc>
                          <a:spcPct val="150000"/>
                        </a:lnSpc>
                        <a:spcAft>
                          <a:spcPts val="0"/>
                        </a:spcAft>
                      </a:pPr>
                      <a:r>
                        <a:rPr lang="en-US" sz="1200" kern="100">
                          <a:effectLst/>
                          <a:latin typeface="微软雅黑" panose="020B0503020204020204" charset="-122"/>
                          <a:ea typeface="微软雅黑" panose="020B0503020204020204" charset="-122"/>
                        </a:rPr>
                        <a:t>USE-1</a:t>
                      </a:r>
                      <a:endParaRPr lang="en-US"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界面清新简洁，操作感良好，符合用户正常使用逻辑</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bl>
          </a:graphicData>
        </a:graphic>
      </p:graphicFrame>
      <p:sp>
        <p:nvSpPr>
          <p:cNvPr id="21" name="矩形 20"/>
          <p:cNvSpPr/>
          <p:nvPr>
            <p:custDataLst>
              <p:tags r:id="rId12"/>
            </p:custDataLst>
          </p:nvPr>
        </p:nvSpPr>
        <p:spPr>
          <a:xfrm>
            <a:off x="1746990" y="2116992"/>
            <a:ext cx="1546860" cy="570230"/>
          </a:xfrm>
          <a:prstGeom prst="rect">
            <a:avLst/>
          </a:prstGeom>
        </p:spPr>
        <p:txBody>
          <a:bodyPr wrap="none">
            <a:spAutoFit/>
          </a:bodyPr>
          <a:lstStyle/>
          <a:p>
            <a:pPr marL="450215" indent="-450215">
              <a:lnSpc>
                <a:spcPct val="173000"/>
              </a:lnSpc>
              <a:spcBef>
                <a:spcPts val="1300"/>
              </a:spcBef>
              <a:spcAft>
                <a:spcPts val="1300"/>
              </a:spcAft>
            </a:pPr>
            <a:r>
              <a:rPr lang="en-US" b="1" kern="1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b="1" kern="100" dirty="0">
                <a:solidFill>
                  <a:schemeClr val="dk1"/>
                </a:solidFill>
                <a:latin typeface="微软雅黑" panose="020B0503020204020204" charset="-122"/>
                <a:ea typeface="微软雅黑" panose="020B0503020204020204" charset="-122"/>
                <a:cs typeface="微软雅黑" panose="020B0503020204020204" charset="-122"/>
              </a:rPr>
              <a:t>易用性要求</a:t>
            </a:r>
            <a:endParaRPr lang="zh-CN" altLang="en-US" b="1" kern="1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2" name="矩形 21"/>
          <p:cNvSpPr/>
          <p:nvPr>
            <p:custDataLst>
              <p:tags r:id="rId13"/>
            </p:custDataLst>
          </p:nvPr>
        </p:nvSpPr>
        <p:spPr>
          <a:xfrm>
            <a:off x="1752013" y="3444534"/>
            <a:ext cx="1318260" cy="570230"/>
          </a:xfrm>
          <a:prstGeom prst="rect">
            <a:avLst/>
          </a:prstGeom>
        </p:spPr>
        <p:txBody>
          <a:bodyPr wrap="none">
            <a:spAutoFit/>
          </a:bodyPr>
          <a:lstStyle/>
          <a:p>
            <a:pPr marL="450215" indent="-450215">
              <a:lnSpc>
                <a:spcPct val="173000"/>
              </a:lnSpc>
              <a:spcBef>
                <a:spcPts val="1300"/>
              </a:spcBef>
              <a:spcAft>
                <a:spcPts val="1300"/>
              </a:spcAft>
            </a:pPr>
            <a:r>
              <a:rPr lang="en-US" b="1" kern="100"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b="1" kern="100" dirty="0">
                <a:solidFill>
                  <a:schemeClr val="dk1"/>
                </a:solidFill>
                <a:latin typeface="微软雅黑" panose="020B0503020204020204" charset="-122"/>
                <a:ea typeface="微软雅黑" panose="020B0503020204020204" charset="-122"/>
                <a:cs typeface="微软雅黑" panose="020B0503020204020204" charset="-122"/>
              </a:rPr>
              <a:t>性能要求</a:t>
            </a:r>
            <a:endParaRPr lang="zh-CN" altLang="en-US" b="1" kern="1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custDataLst>
              <p:tags r:id="rId14"/>
            </p:custDataLst>
          </p:nvPr>
        </p:nvSpPr>
        <p:spPr>
          <a:xfrm>
            <a:off x="5852118" y="2116288"/>
            <a:ext cx="1546860" cy="570230"/>
          </a:xfrm>
          <a:prstGeom prst="rect">
            <a:avLst/>
          </a:prstGeom>
        </p:spPr>
        <p:txBody>
          <a:bodyPr wrap="none">
            <a:spAutoFit/>
          </a:bodyPr>
          <a:lstStyle/>
          <a:p>
            <a:pPr marL="450215" indent="-450215">
              <a:lnSpc>
                <a:spcPct val="173000"/>
              </a:lnSpc>
              <a:spcBef>
                <a:spcPts val="1300"/>
              </a:spcBef>
              <a:spcAft>
                <a:spcPts val="1300"/>
              </a:spcAft>
            </a:pPr>
            <a:r>
              <a:rPr lang="en-US" b="1" kern="100"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b="1" kern="100" dirty="0">
                <a:solidFill>
                  <a:schemeClr val="dk1"/>
                </a:solidFill>
                <a:latin typeface="微软雅黑" panose="020B0503020204020204" charset="-122"/>
                <a:ea typeface="微软雅黑" panose="020B0503020204020204" charset="-122"/>
                <a:cs typeface="微软雅黑" panose="020B0503020204020204" charset="-122"/>
              </a:rPr>
              <a:t>防护性要求</a:t>
            </a:r>
            <a:endParaRPr lang="zh-CN" altLang="en-US" b="1" kern="100" dirty="0">
              <a:solidFill>
                <a:schemeClr val="dk1"/>
              </a:solidFill>
              <a:latin typeface="微软雅黑" panose="020B0503020204020204" charset="-122"/>
              <a:ea typeface="微软雅黑" panose="020B0503020204020204" charset="-122"/>
              <a:cs typeface="微软雅黑" panose="020B0503020204020204" charset="-122"/>
            </a:endParaRPr>
          </a:p>
        </p:txBody>
      </p:sp>
      <p:graphicFrame>
        <p:nvGraphicFramePr>
          <p:cNvPr id="24" name="表格 23"/>
          <p:cNvGraphicFramePr>
            <a:graphicFrameLocks noGrp="1"/>
          </p:cNvGraphicFramePr>
          <p:nvPr/>
        </p:nvGraphicFramePr>
        <p:xfrm>
          <a:off x="1752013" y="3946761"/>
          <a:ext cx="3965894" cy="1558290"/>
        </p:xfrm>
        <a:graphic>
          <a:graphicData uri="http://schemas.openxmlformats.org/drawingml/2006/table">
            <a:tbl>
              <a:tblPr firstRow="1" firstCol="1" bandRow="1">
                <a:tableStyleId>{5C22544A-7EE6-4342-B048-85BDC9FD1C3A}</a:tableStyleId>
              </a:tblPr>
              <a:tblGrid>
                <a:gridCol w="610205"/>
                <a:gridCol w="3355689"/>
              </a:tblGrid>
              <a:tr h="193040">
                <a:tc>
                  <a:txBody>
                    <a:bodyPr/>
                    <a:lstStyle/>
                    <a:p>
                      <a:pPr algn="ctr">
                        <a:lnSpc>
                          <a:spcPct val="150000"/>
                        </a:lnSpc>
                        <a:spcAft>
                          <a:spcPts val="0"/>
                        </a:spcAft>
                      </a:pPr>
                      <a:r>
                        <a:rPr lang="zh-CN" sz="1200" kern="100">
                          <a:effectLst/>
                          <a:latin typeface="微软雅黑" panose="020B0503020204020204" charset="-122"/>
                          <a:ea typeface="微软雅黑" panose="020B0503020204020204" charset="-122"/>
                        </a:rPr>
                        <a:t>编号</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200" kern="100" dirty="0">
                          <a:effectLst/>
                          <a:latin typeface="微软雅黑" panose="020B0503020204020204" charset="-122"/>
                          <a:ea typeface="微软雅黑" panose="020B0503020204020204" charset="-122"/>
                        </a:rPr>
                        <a:t>描述</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r h="194310">
                <a:tc>
                  <a:txBody>
                    <a:bodyPr/>
                    <a:lstStyle/>
                    <a:p>
                      <a:pPr algn="ctr">
                        <a:lnSpc>
                          <a:spcPct val="150000"/>
                        </a:lnSpc>
                        <a:spcAft>
                          <a:spcPts val="0"/>
                        </a:spcAft>
                      </a:pPr>
                      <a:r>
                        <a:rPr lang="en-US" sz="1200" kern="100">
                          <a:effectLst/>
                          <a:latin typeface="微软雅黑" panose="020B0503020204020204" charset="-122"/>
                          <a:ea typeface="微软雅黑" panose="020B0503020204020204" charset="-122"/>
                        </a:rPr>
                        <a:t>PER-1</a:t>
                      </a:r>
                      <a:endParaRPr lang="en-US"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cs typeface="微软雅黑" panose="020B0503020204020204" charset="-122"/>
                        </a:rPr>
                        <a:t>系统能容纳总共</a:t>
                      </a:r>
                      <a:r>
                        <a:rPr lang="en-US" sz="1200" kern="100" dirty="0">
                          <a:effectLst/>
                          <a:latin typeface="微软雅黑" panose="020B0503020204020204" charset="-122"/>
                          <a:ea typeface="微软雅黑" panose="020B0503020204020204" charset="-122"/>
                          <a:cs typeface="微软雅黑" panose="020B0503020204020204" charset="-122"/>
                        </a:rPr>
                        <a:t>1000</a:t>
                      </a:r>
                      <a:r>
                        <a:rPr lang="zh-CN" sz="1200" kern="100" dirty="0">
                          <a:effectLst/>
                          <a:latin typeface="微软雅黑" panose="020B0503020204020204" charset="-122"/>
                          <a:ea typeface="微软雅黑" panose="020B0503020204020204" charset="-122"/>
                          <a:cs typeface="微软雅黑" panose="020B0503020204020204" charset="-122"/>
                        </a:rPr>
                        <a:t>个用户，在从当地上午</a:t>
                      </a:r>
                      <a:r>
                        <a:rPr lang="en-US" sz="1200" kern="100" dirty="0">
                          <a:effectLst/>
                          <a:latin typeface="微软雅黑" panose="020B0503020204020204" charset="-122"/>
                          <a:ea typeface="微软雅黑" panose="020B0503020204020204" charset="-122"/>
                          <a:cs typeface="微软雅黑" panose="020B0503020204020204" charset="-122"/>
                        </a:rPr>
                        <a:t>9:00</a:t>
                      </a:r>
                      <a:r>
                        <a:rPr lang="zh-CN" sz="1200" kern="100" dirty="0">
                          <a:effectLst/>
                          <a:latin typeface="微软雅黑" panose="020B0503020204020204" charset="-122"/>
                          <a:ea typeface="微软雅黑" panose="020B0503020204020204" charset="-122"/>
                          <a:cs typeface="微软雅黑" panose="020B0503020204020204" charset="-122"/>
                        </a:rPr>
                        <a:t>至下午</a:t>
                      </a:r>
                      <a:r>
                        <a:rPr lang="en-US" sz="1200" kern="100" dirty="0">
                          <a:effectLst/>
                          <a:latin typeface="微软雅黑" panose="020B0503020204020204" charset="-122"/>
                          <a:ea typeface="微软雅黑" panose="020B0503020204020204" charset="-122"/>
                          <a:cs typeface="微软雅黑" panose="020B0503020204020204" charset="-122"/>
                        </a:rPr>
                        <a:t>10:00</a:t>
                      </a:r>
                      <a:r>
                        <a:rPr lang="zh-CN" sz="1200" kern="100" dirty="0">
                          <a:effectLst/>
                          <a:latin typeface="微软雅黑" panose="020B0503020204020204" charset="-122"/>
                          <a:ea typeface="微软雅黑" panose="020B0503020204020204" charset="-122"/>
                          <a:cs typeface="微软雅黑" panose="020B0503020204020204" charset="-122"/>
                        </a:rPr>
                        <a:t>的使用高峰时段讲承受</a:t>
                      </a:r>
                      <a:r>
                        <a:rPr lang="en-US" sz="1200" kern="100" dirty="0">
                          <a:effectLst/>
                          <a:latin typeface="微软雅黑" panose="020B0503020204020204" charset="-122"/>
                          <a:ea typeface="微软雅黑" panose="020B0503020204020204" charset="-122"/>
                          <a:cs typeface="微软雅黑" panose="020B0503020204020204" charset="-122"/>
                        </a:rPr>
                        <a:t>300</a:t>
                      </a:r>
                      <a:r>
                        <a:rPr lang="zh-CN" sz="1200" kern="100" dirty="0">
                          <a:effectLst/>
                          <a:latin typeface="微软雅黑" panose="020B0503020204020204" charset="-122"/>
                          <a:ea typeface="微软雅黑" panose="020B0503020204020204" charset="-122"/>
                          <a:cs typeface="微软雅黑" panose="020B0503020204020204" charset="-122"/>
                        </a:rPr>
                        <a:t>个并发用户请求，同时相应点击响应小于</a:t>
                      </a:r>
                      <a:r>
                        <a:rPr lang="en-US" sz="1200" kern="100" dirty="0">
                          <a:effectLst/>
                          <a:latin typeface="微软雅黑" panose="020B0503020204020204" charset="-122"/>
                          <a:ea typeface="微软雅黑" panose="020B0503020204020204" charset="-122"/>
                          <a:cs typeface="微软雅黑" panose="020B0503020204020204" charset="-122"/>
                        </a:rPr>
                        <a:t>1</a:t>
                      </a:r>
                      <a:r>
                        <a:rPr lang="zh-CN" sz="1200" kern="100" dirty="0">
                          <a:effectLst/>
                          <a:latin typeface="微软雅黑" panose="020B0503020204020204" charset="-122"/>
                          <a:ea typeface="微软雅黑" panose="020B0503020204020204" charset="-122"/>
                          <a:cs typeface="微软雅黑" panose="020B0503020204020204" charset="-122"/>
                        </a:rPr>
                        <a:t>秒</a:t>
                      </a:r>
                      <a:endParaRPr lang="en-US" sz="1200" kern="100" dirty="0">
                        <a:effectLst/>
                        <a:latin typeface="微软雅黑" panose="020B0503020204020204" charset="-122"/>
                        <a:ea typeface="微软雅黑" panose="020B0503020204020204" charset="-122"/>
                        <a:cs typeface="微软雅黑" panose="020B0503020204020204" charset="-122"/>
                      </a:endParaRPr>
                    </a:p>
                  </a:txBody>
                  <a:tcPr marL="68580" marR="68580" marT="0" marB="0"/>
                </a:tc>
              </a:tr>
              <a:tr h="194310">
                <a:tc>
                  <a:txBody>
                    <a:bodyPr/>
                    <a:lstStyle/>
                    <a:p>
                      <a:pPr algn="ctr">
                        <a:lnSpc>
                          <a:spcPct val="150000"/>
                        </a:lnSpc>
                        <a:spcAft>
                          <a:spcPts val="0"/>
                        </a:spcAft>
                      </a:pPr>
                      <a:r>
                        <a:rPr lang="en-US" sz="1200" kern="100">
                          <a:effectLst/>
                          <a:latin typeface="微软雅黑" panose="020B0503020204020204" charset="-122"/>
                          <a:ea typeface="微软雅黑" panose="020B0503020204020204" charset="-122"/>
                        </a:rPr>
                        <a:t>PER-2</a:t>
                      </a:r>
                      <a:endParaRPr lang="en-US"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每个板块应该快速响应，允许学生用户在多个板块同时访问并发起交流。</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bl>
          </a:graphicData>
        </a:graphic>
      </p:graphicFrame>
      <p:graphicFrame>
        <p:nvGraphicFramePr>
          <p:cNvPr id="28" name="表格 27"/>
          <p:cNvGraphicFramePr>
            <a:graphicFrameLocks noGrp="1"/>
          </p:cNvGraphicFramePr>
          <p:nvPr/>
        </p:nvGraphicFramePr>
        <p:xfrm>
          <a:off x="5846401" y="2700412"/>
          <a:ext cx="4320479" cy="1283970"/>
        </p:xfrm>
        <a:graphic>
          <a:graphicData uri="http://schemas.openxmlformats.org/drawingml/2006/table">
            <a:tbl>
              <a:tblPr firstRow="1" firstCol="1" bandRow="1">
                <a:tableStyleId>{5C22544A-7EE6-4342-B048-85BDC9FD1C3A}</a:tableStyleId>
              </a:tblPr>
              <a:tblGrid>
                <a:gridCol w="672085"/>
                <a:gridCol w="3648394"/>
              </a:tblGrid>
              <a:tr h="175427">
                <a:tc>
                  <a:txBody>
                    <a:bodyPr/>
                    <a:lstStyle/>
                    <a:p>
                      <a:pPr algn="ctr">
                        <a:lnSpc>
                          <a:spcPct val="150000"/>
                        </a:lnSpc>
                        <a:spcAft>
                          <a:spcPts val="0"/>
                        </a:spcAft>
                      </a:pPr>
                      <a:r>
                        <a:rPr lang="zh-CN" sz="1200" kern="100">
                          <a:effectLst/>
                          <a:latin typeface="微软雅黑" panose="020B0503020204020204" charset="-122"/>
                          <a:ea typeface="微软雅黑" panose="020B0503020204020204" charset="-122"/>
                        </a:rPr>
                        <a:t>编号</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200" kern="100" dirty="0">
                          <a:effectLst/>
                          <a:latin typeface="微软雅黑" panose="020B0503020204020204" charset="-122"/>
                          <a:ea typeface="微软雅黑" panose="020B0503020204020204" charset="-122"/>
                        </a:rPr>
                        <a:t>描述</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r h="350854">
                <a:tc>
                  <a:txBody>
                    <a:bodyPr/>
                    <a:lstStyle/>
                    <a:p>
                      <a:pPr algn="ctr">
                        <a:lnSpc>
                          <a:spcPct val="150000"/>
                        </a:lnSpc>
                        <a:spcAft>
                          <a:spcPts val="0"/>
                        </a:spcAft>
                      </a:pPr>
                      <a:r>
                        <a:rPr lang="en-US" sz="1200" kern="100">
                          <a:effectLst/>
                          <a:latin typeface="微软雅黑" panose="020B0503020204020204" charset="-122"/>
                          <a:ea typeface="微软雅黑" panose="020B0503020204020204" charset="-122"/>
                        </a:rPr>
                        <a:t>SEC-1</a:t>
                      </a:r>
                      <a:endParaRPr lang="en-US"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使用实名制的登录方式，确保用户登录机器的唯一性，避免重复登录</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r h="350854">
                <a:tc>
                  <a:txBody>
                    <a:bodyPr/>
                    <a:lstStyle/>
                    <a:p>
                      <a:pPr algn="ctr">
                        <a:lnSpc>
                          <a:spcPct val="150000"/>
                        </a:lnSpc>
                        <a:spcAft>
                          <a:spcPts val="0"/>
                        </a:spcAft>
                      </a:pPr>
                      <a:r>
                        <a:rPr lang="en-US" sz="1200" kern="100">
                          <a:effectLst/>
                          <a:latin typeface="微软雅黑" panose="020B0503020204020204" charset="-122"/>
                          <a:ea typeface="微软雅黑" panose="020B0503020204020204" charset="-122"/>
                        </a:rPr>
                        <a:t>SEC-2</a:t>
                      </a:r>
                      <a:endParaRPr lang="en-US"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应该实现适当的安全保护措施，以避免学生用户散发过于个人化信息和隐私。</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bl>
          </a:graphicData>
        </a:graphic>
      </p:graphicFrame>
      <p:sp>
        <p:nvSpPr>
          <p:cNvPr id="29" name="矩形 28"/>
          <p:cNvSpPr/>
          <p:nvPr>
            <p:custDataLst>
              <p:tags r:id="rId15"/>
            </p:custDataLst>
          </p:nvPr>
        </p:nvSpPr>
        <p:spPr>
          <a:xfrm>
            <a:off x="5864742" y="4025537"/>
            <a:ext cx="1546860" cy="570230"/>
          </a:xfrm>
          <a:prstGeom prst="rect">
            <a:avLst/>
          </a:prstGeom>
        </p:spPr>
        <p:txBody>
          <a:bodyPr wrap="none">
            <a:spAutoFit/>
          </a:bodyPr>
          <a:lstStyle/>
          <a:p>
            <a:pPr marL="450215" indent="-450215">
              <a:lnSpc>
                <a:spcPct val="173000"/>
              </a:lnSpc>
              <a:spcBef>
                <a:spcPts val="1300"/>
              </a:spcBef>
              <a:spcAft>
                <a:spcPts val="1300"/>
              </a:spcAft>
            </a:pPr>
            <a:r>
              <a:rPr lang="en-US" b="1" kern="10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b="1" kern="100" dirty="0">
                <a:solidFill>
                  <a:schemeClr val="dk1"/>
                </a:solidFill>
                <a:latin typeface="微软雅黑" panose="020B0503020204020204" charset="-122"/>
                <a:ea typeface="微软雅黑" panose="020B0503020204020204" charset="-122"/>
                <a:cs typeface="微软雅黑" panose="020B0503020204020204" charset="-122"/>
              </a:rPr>
              <a:t>可用性要求</a:t>
            </a:r>
            <a:endParaRPr lang="zh-CN" altLang="en-US" b="1" kern="100" dirty="0">
              <a:solidFill>
                <a:schemeClr val="dk1"/>
              </a:solidFill>
              <a:latin typeface="微软雅黑" panose="020B0503020204020204" charset="-122"/>
              <a:ea typeface="微软雅黑" panose="020B0503020204020204" charset="-122"/>
              <a:cs typeface="微软雅黑" panose="020B0503020204020204" charset="-122"/>
            </a:endParaRPr>
          </a:p>
        </p:txBody>
      </p:sp>
      <p:graphicFrame>
        <p:nvGraphicFramePr>
          <p:cNvPr id="30" name="表格 29"/>
          <p:cNvGraphicFramePr>
            <a:graphicFrameLocks noGrp="1"/>
          </p:cNvGraphicFramePr>
          <p:nvPr/>
        </p:nvGraphicFramePr>
        <p:xfrm>
          <a:off x="5864742" y="4554485"/>
          <a:ext cx="4320479" cy="587402"/>
        </p:xfrm>
        <a:graphic>
          <a:graphicData uri="http://schemas.openxmlformats.org/drawingml/2006/table">
            <a:tbl>
              <a:tblPr firstRow="1" firstCol="1" bandRow="1">
                <a:tableStyleId>{5C22544A-7EE6-4342-B048-85BDC9FD1C3A}</a:tableStyleId>
              </a:tblPr>
              <a:tblGrid>
                <a:gridCol w="671029"/>
                <a:gridCol w="3649450"/>
              </a:tblGrid>
              <a:tr h="293701">
                <a:tc>
                  <a:txBody>
                    <a:bodyPr/>
                    <a:lstStyle/>
                    <a:p>
                      <a:pPr algn="ctr">
                        <a:lnSpc>
                          <a:spcPct val="150000"/>
                        </a:lnSpc>
                        <a:spcAft>
                          <a:spcPts val="0"/>
                        </a:spcAft>
                      </a:pPr>
                      <a:r>
                        <a:rPr lang="zh-CN" sz="1200" kern="100">
                          <a:effectLst/>
                          <a:latin typeface="微软雅黑" panose="020B0503020204020204" charset="-122"/>
                          <a:ea typeface="微软雅黑" panose="020B0503020204020204" charset="-122"/>
                        </a:rPr>
                        <a:t>编号</a:t>
                      </a:r>
                      <a:endParaRPr lang="zh-CN"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200" kern="100" dirty="0">
                          <a:effectLst/>
                          <a:latin typeface="微软雅黑" panose="020B0503020204020204" charset="-122"/>
                          <a:ea typeface="微软雅黑" panose="020B0503020204020204" charset="-122"/>
                        </a:rPr>
                        <a:t>描述</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r h="293701">
                <a:tc>
                  <a:txBody>
                    <a:bodyPr/>
                    <a:lstStyle/>
                    <a:p>
                      <a:pPr algn="ctr">
                        <a:lnSpc>
                          <a:spcPct val="150000"/>
                        </a:lnSpc>
                        <a:spcAft>
                          <a:spcPts val="0"/>
                        </a:spcAft>
                      </a:pPr>
                      <a:r>
                        <a:rPr lang="en-US" sz="1200" kern="100">
                          <a:effectLst/>
                          <a:latin typeface="微软雅黑" panose="020B0503020204020204" charset="-122"/>
                          <a:ea typeface="微软雅黑" panose="020B0503020204020204" charset="-122"/>
                        </a:rPr>
                        <a:t>AVL-1</a:t>
                      </a:r>
                      <a:endParaRPr lang="en-US" sz="1200" kern="10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c>
                  <a:txBody>
                    <a:bodyPr/>
                    <a:lstStyle/>
                    <a:p>
                      <a:pPr>
                        <a:lnSpc>
                          <a:spcPct val="150000"/>
                        </a:lnSpc>
                        <a:spcAft>
                          <a:spcPts val="0"/>
                        </a:spcAft>
                      </a:pPr>
                      <a:r>
                        <a:rPr lang="zh-CN" sz="1200" kern="100" dirty="0">
                          <a:effectLst/>
                          <a:latin typeface="微软雅黑" panose="020B0503020204020204" charset="-122"/>
                          <a:ea typeface="微软雅黑" panose="020B0503020204020204" charset="-122"/>
                        </a:rPr>
                        <a:t>简单，集成性高。</a:t>
                      </a:r>
                      <a:endParaRPr lang="zh-CN" sz="1200" kern="100" dirty="0">
                        <a:effectLst/>
                        <a:latin typeface="微软雅黑" panose="020B0503020204020204" charset="-122"/>
                        <a:ea typeface="微软雅黑" panose="020B0503020204020204" charset="-122"/>
                        <a:cs typeface="Times New Roman" panose="02020603050405020304" pitchFamily="18" charset="0"/>
                      </a:endParaRPr>
                    </a:p>
                  </a:txBody>
                  <a:tcPr marL="68580" marR="68580" marT="0" marB="0"/>
                </a:tc>
              </a:tr>
            </a:tbl>
          </a:graphicData>
        </a:graphic>
      </p:graphicFrame>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索引关系</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95424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32. SRS 中是否对各类用户的需求表明了来源？各部分之间是否建立了链接关系或索引关系？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数据字典</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95424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29. SRS 中是否包含了数据字典？定义的方法是否正确？内容是否完整、准确？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ER</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图</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95424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30. 是否在数据字典的基础上定义了 ER 图？准确吗？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1"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633595" y="24130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需求分析说明</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-UML</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33</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33. 针对需求的复杂关节，是否使用了 UML 工具进行了进一步的需求分析说明？具体是什么？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34.对描述需求所使用的 UML 图例是否与需求对象合适、匹配？描述是否准确？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10"/>
            </p:custDataLst>
          </p:nvPr>
        </p:nvSpPr>
        <p:spPr>
          <a:xfrm>
            <a:off x="2084677" y="2110445"/>
            <a:ext cx="4331796" cy="70675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sym typeface="+mn-ea"/>
              </a:rPr>
              <a:t>UML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sym typeface="+mn-ea"/>
              </a:rPr>
              <a:t>工具：</a:t>
            </a:r>
            <a:r>
              <a:rPr lang="en-US" altLang="zh-CN" sz="2000" b="1" dirty="0" err="1">
                <a:solidFill>
                  <a:schemeClr val="dk1"/>
                </a:solidFill>
                <a:latin typeface="微软雅黑" panose="020B0503020204020204" charset="-122"/>
                <a:ea typeface="微软雅黑" panose="020B0503020204020204" charset="-122"/>
                <a:cs typeface="微软雅黑" panose="020B0503020204020204" charset="-122"/>
                <a:sym typeface="+mn-ea"/>
              </a:rPr>
              <a:t>powerdesigner</a:t>
            </a:r>
            <a:endParaRPr lang="en-US" altLang="zh-CN" sz="2000" b="1" dirty="0" err="1">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11"/>
            </p:custDataLst>
          </p:nvPr>
        </p:nvSpPr>
        <p:spPr>
          <a:xfrm>
            <a:off x="1690927" y="2634181"/>
            <a:ext cx="1551536"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部署图</a:t>
            </a:r>
            <a:endParaRPr lang="zh-CN" altLang="en-US" sz="2800" b="1" dirty="0">
              <a:solidFill>
                <a:schemeClr val="dk1"/>
              </a:solidFill>
              <a:latin typeface="微软雅黑" panose="020B0503020204020204" charset="-122"/>
              <a:ea typeface="微软雅黑" panose="020B0503020204020204" charset="-122"/>
              <a:sym typeface="+mn-ea"/>
            </a:endParaRPr>
          </a:p>
        </p:txBody>
      </p:sp>
      <p:sp>
        <p:nvSpPr>
          <p:cNvPr id="7" name="矩形 6"/>
          <p:cNvSpPr/>
          <p:nvPr>
            <p:custDataLst>
              <p:tags r:id="rId12"/>
            </p:custDataLst>
          </p:nvPr>
        </p:nvSpPr>
        <p:spPr>
          <a:xfrm>
            <a:off x="2208085" y="2538803"/>
            <a:ext cx="257175" cy="368300"/>
          </a:xfrm>
          <a:prstGeom prst="rect">
            <a:avLst/>
          </a:prstGeom>
        </p:spPr>
        <p:txBody>
          <a:bodyPr wrap="none">
            <a:spAutoFit/>
          </a:bodyPr>
          <a:lstStyle/>
          <a:p>
            <a:r>
              <a:rPr lang="zh-CN" altLang="en-US" dirty="0">
                <a:solidFill>
                  <a:schemeClr val="dk1"/>
                </a:solidFill>
                <a:latin typeface="微软雅黑" panose="020B0503020204020204" charset="-122"/>
                <a:ea typeface="微软雅黑" panose="020B0503020204020204" charset="-122"/>
              </a:rPr>
              <a:t> </a:t>
            </a:r>
            <a:endParaRPr lang="zh-CN" altLang="en-US" dirty="0">
              <a:solidFill>
                <a:schemeClr val="dk1"/>
              </a:solidFill>
              <a:latin typeface="微软雅黑" panose="020B0503020204020204" charset="-122"/>
              <a:ea typeface="微软雅黑" panose="020B0503020204020204" charset="-122"/>
            </a:endParaRPr>
          </a:p>
        </p:txBody>
      </p:sp>
      <p:pic>
        <p:nvPicPr>
          <p:cNvPr id="8" name="picture" descr="descript"/>
          <p:cNvPicPr/>
          <p:nvPr/>
        </p:nvPicPr>
        <p:blipFill rotWithShape="1">
          <a:blip r:embed="rId13"/>
          <a:srcRect/>
          <a:stretch>
            <a:fillRect/>
          </a:stretch>
        </p:blipFill>
        <p:spPr>
          <a:xfrm>
            <a:off x="1910315" y="3440696"/>
            <a:ext cx="2664296" cy="2088232"/>
          </a:xfrm>
          <a:prstGeom prst="rect">
            <a:avLst/>
          </a:prstGeom>
        </p:spPr>
      </p:pic>
      <p:pic>
        <p:nvPicPr>
          <p:cNvPr id="9" name="图片 8"/>
          <p:cNvPicPr>
            <a:picLocks noChangeAspect="1"/>
          </p:cNvPicPr>
          <p:nvPr/>
        </p:nvPicPr>
        <p:blipFill>
          <a:blip r:embed="rId14"/>
          <a:stretch>
            <a:fillRect/>
          </a:stretch>
        </p:blipFill>
        <p:spPr>
          <a:xfrm>
            <a:off x="6482823" y="2906685"/>
            <a:ext cx="2448272" cy="2622243"/>
          </a:xfrm>
          <a:prstGeom prst="rect">
            <a:avLst/>
          </a:prstGeom>
          <a:noFill/>
          <a:ln>
            <a:noFill/>
          </a:ln>
        </p:spPr>
      </p:pic>
      <p:sp>
        <p:nvSpPr>
          <p:cNvPr id="10" name="文本框 9"/>
          <p:cNvSpPr txBox="1"/>
          <p:nvPr>
            <p:custDataLst>
              <p:tags r:id="rId15"/>
            </p:custDataLst>
          </p:nvPr>
        </p:nvSpPr>
        <p:spPr>
          <a:xfrm>
            <a:off x="6372711" y="2043978"/>
            <a:ext cx="2448272"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顶层用例图</a:t>
            </a:r>
            <a:endParaRPr lang="zh-CN" altLang="en-US" sz="2800" b="1" dirty="0">
              <a:solidFill>
                <a:schemeClr val="dk1"/>
              </a:solidFill>
              <a:latin typeface="微软雅黑" panose="020B0503020204020204" charset="-122"/>
              <a:ea typeface="微软雅黑" panose="020B0503020204020204" charset="-122"/>
              <a:sym typeface="+mn-ea"/>
            </a:endParaRPr>
          </a:p>
        </p:txBody>
      </p:sp>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633595" y="24130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需求分析说明</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-UML</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33</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33. 针对需求的复杂关节，是否使用了 UML 工具进行了进一步的需求分析说明？具体是什么？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34.对描述需求所使用的 UML 图例是否与需求对象合适、匹配？描述是否准确？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10"/>
            </p:custDataLst>
          </p:nvPr>
        </p:nvSpPr>
        <p:spPr>
          <a:xfrm>
            <a:off x="2439354" y="2043978"/>
            <a:ext cx="1502466"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顺序图</a:t>
            </a:r>
            <a:endParaRPr lang="zh-CN" altLang="en-US" sz="2800" b="1" dirty="0">
              <a:solidFill>
                <a:schemeClr val="dk1"/>
              </a:solidFill>
              <a:latin typeface="微软雅黑" panose="020B0503020204020204" charset="-122"/>
              <a:ea typeface="微软雅黑" panose="020B0503020204020204" charset="-122"/>
              <a:sym typeface="+mn-ea"/>
            </a:endParaRPr>
          </a:p>
        </p:txBody>
      </p:sp>
      <p:pic>
        <p:nvPicPr>
          <p:cNvPr id="6" name="picture" descr="descript"/>
          <p:cNvPicPr/>
          <p:nvPr/>
        </p:nvPicPr>
        <p:blipFill rotWithShape="1">
          <a:blip r:embed="rId11"/>
          <a:stretch>
            <a:fillRect/>
          </a:stretch>
        </p:blipFill>
        <p:spPr>
          <a:xfrm>
            <a:off x="3712622" y="2908074"/>
            <a:ext cx="5904656" cy="2505096"/>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633595" y="24130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需求分析说明</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-UML</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33</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33. 针对需求的复杂关节，是否使用了 UML 工具进行了进一步的需求分析说明？具体是什么？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34.对描述需求所使用的 UML 图例是否与需求对象合适、匹配？描述是否准确？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custDataLst>
              <p:tags r:id="rId10"/>
            </p:custDataLst>
          </p:nvPr>
        </p:nvSpPr>
        <p:spPr>
          <a:xfrm>
            <a:off x="2390554" y="2249033"/>
            <a:ext cx="2154962"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状态机图</a:t>
            </a:r>
            <a:endParaRPr lang="zh-CN" altLang="en-US" sz="2800" b="1" dirty="0">
              <a:solidFill>
                <a:schemeClr val="dk1"/>
              </a:solidFill>
              <a:latin typeface="微软雅黑" panose="020B0503020204020204" charset="-122"/>
              <a:ea typeface="微软雅黑" panose="020B0503020204020204" charset="-122"/>
              <a:sym typeface="+mn-ea"/>
            </a:endParaRPr>
          </a:p>
        </p:txBody>
      </p:sp>
      <p:pic>
        <p:nvPicPr>
          <p:cNvPr id="8" name="picture" descr="descript"/>
          <p:cNvPicPr/>
          <p:nvPr/>
        </p:nvPicPr>
        <p:blipFill rotWithShape="1">
          <a:blip r:embed="rId11"/>
          <a:stretch>
            <a:fillRect/>
          </a:stretch>
        </p:blipFill>
        <p:spPr>
          <a:xfrm>
            <a:off x="4237665" y="2572183"/>
            <a:ext cx="4608512" cy="2762574"/>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633595" y="24130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需求分析说明</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-UML</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33</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33. 针对需求的复杂关节，是否使用了 UML 工具进行了进一步的需求分析说明？具体是什么？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34.对描述需求所使用的 UML 图例是否与需求对象合适、匹配？描述是否准确？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picture" descr="descript"/>
          <p:cNvPicPr/>
          <p:nvPr/>
        </p:nvPicPr>
        <p:blipFill rotWithShape="1">
          <a:blip r:embed="rId10"/>
          <a:stretch>
            <a:fillRect/>
          </a:stretch>
        </p:blipFill>
        <p:spPr>
          <a:xfrm>
            <a:off x="3748313" y="2868114"/>
            <a:ext cx="5685770" cy="2579959"/>
          </a:xfrm>
          <a:prstGeom prst="rect">
            <a:avLst/>
          </a:prstGeom>
        </p:spPr>
      </p:pic>
      <p:sp>
        <p:nvSpPr>
          <p:cNvPr id="6" name="文本框 5"/>
          <p:cNvSpPr txBox="1"/>
          <p:nvPr>
            <p:custDataLst>
              <p:tags r:id="rId11"/>
            </p:custDataLst>
          </p:nvPr>
        </p:nvSpPr>
        <p:spPr>
          <a:xfrm>
            <a:off x="2276444" y="2043978"/>
            <a:ext cx="2035904"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协作图</a:t>
            </a:r>
            <a:endParaRPr lang="zh-CN" altLang="en-US" sz="2800" b="1" dirty="0">
              <a:solidFill>
                <a:schemeClr val="dk1"/>
              </a:solidFill>
              <a:latin typeface="微软雅黑" panose="020B0503020204020204" charset="-122"/>
              <a:ea typeface="微软雅黑" panose="020B0503020204020204" charset="-122"/>
              <a:sym typeface="+mn-ea"/>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实现环境和运行环境</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 name="矩形 6"/>
          <p:cNvSpPr/>
          <p:nvPr>
            <p:custDataLst>
              <p:tags r:id="rId9"/>
            </p:custDataLst>
          </p:nvPr>
        </p:nvSpPr>
        <p:spPr>
          <a:xfrm>
            <a:off x="1457345" y="1849228"/>
            <a:ext cx="4572000" cy="3545840"/>
          </a:xfrm>
          <a:prstGeom prst="rect">
            <a:avLst/>
          </a:prstGeom>
        </p:spPr>
        <p:txBody>
          <a:bodyPr wrap="square">
            <a:spAutoFit/>
          </a:bodyPr>
          <a:lstStyle/>
          <a:p>
            <a:pPr marL="450215" indent="-450215">
              <a:lnSpc>
                <a:spcPct val="150000"/>
              </a:lnSpc>
              <a:spcBef>
                <a:spcPts val="1300"/>
              </a:spcBef>
              <a:spcAft>
                <a:spcPts val="1300"/>
              </a:spcAft>
            </a:pPr>
            <a:r>
              <a:rPr lang="en-US" altLang="zh-CN" sz="3200" b="1" kern="1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3200" b="1" kern="100" dirty="0">
                <a:solidFill>
                  <a:schemeClr val="dk1"/>
                </a:solidFill>
                <a:latin typeface="微软雅黑" panose="020B0503020204020204" charset="-122"/>
                <a:ea typeface="微软雅黑" panose="020B0503020204020204" charset="-122"/>
                <a:cs typeface="微软雅黑" panose="020B0503020204020204" charset="-122"/>
              </a:rPr>
              <a:t>实现环境</a:t>
            </a:r>
            <a:endParaRPr lang="en-US" altLang="zh-CN" sz="4000" b="1" kern="100" dirty="0">
              <a:solidFill>
                <a:schemeClr val="dk1"/>
              </a:solidFill>
              <a:latin typeface="微软雅黑" panose="020B0503020204020204" charset="-122"/>
              <a:ea typeface="微软雅黑" panose="020B0503020204020204" charset="-122"/>
              <a:cs typeface="微软雅黑" panose="020B0503020204020204" charset="-122"/>
            </a:endParaRPr>
          </a:p>
          <a:p>
            <a:pPr marL="450215" indent="-450215">
              <a:lnSpc>
                <a:spcPct val="150000"/>
              </a:lnSpc>
              <a:spcBef>
                <a:spcPts val="1300"/>
              </a:spcBef>
              <a:spcAft>
                <a:spcPts val="1300"/>
              </a:spcAft>
            </a:pP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软件环境</a:t>
            </a:r>
            <a:endParaRPr lang="en-US"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en-US" sz="2400" kern="100" dirty="0">
                <a:solidFill>
                  <a:schemeClr val="dk1"/>
                </a:solidFill>
                <a:latin typeface="微软雅黑" panose="020B0503020204020204" charset="-122"/>
                <a:ea typeface="微软雅黑" panose="020B0503020204020204" charset="-122"/>
                <a:cs typeface="微软雅黑" panose="020B0503020204020204" charset="-122"/>
              </a:rPr>
              <a:t>Windows 10/Mac OS</a:t>
            </a:r>
            <a:endParaRPr lang="en-US"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硬件环境</a:t>
            </a:r>
            <a:endParaRPr lang="en-US"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en-US" sz="2400" kern="100" dirty="0">
                <a:solidFill>
                  <a:schemeClr val="dk1"/>
                </a:solidFill>
                <a:latin typeface="微软雅黑" panose="020B0503020204020204" charset="-122"/>
                <a:ea typeface="微软雅黑" panose="020B0503020204020204" charset="-122"/>
                <a:cs typeface="微软雅黑" panose="020B0503020204020204" charset="-122"/>
              </a:rPr>
              <a:t>5</a:t>
            </a: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台个人计算机</a:t>
            </a:r>
            <a:endPar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8" name="矩形 7"/>
          <p:cNvSpPr/>
          <p:nvPr>
            <p:custDataLst>
              <p:tags r:id="rId10"/>
            </p:custDataLst>
          </p:nvPr>
        </p:nvSpPr>
        <p:spPr>
          <a:xfrm>
            <a:off x="5439218" y="1849228"/>
            <a:ext cx="4608264" cy="3599815"/>
          </a:xfrm>
          <a:prstGeom prst="rect">
            <a:avLst/>
          </a:prstGeom>
        </p:spPr>
        <p:txBody>
          <a:bodyPr wrap="square">
            <a:spAutoFit/>
          </a:bodyPr>
          <a:lstStyle/>
          <a:p>
            <a:pPr>
              <a:lnSpc>
                <a:spcPct val="150000"/>
              </a:lnSpc>
              <a:spcAft>
                <a:spcPts val="0"/>
              </a:spcAft>
            </a:pPr>
            <a:r>
              <a:rPr lang="en-US" sz="3200" b="1" kern="100"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3200" b="1" kern="100" dirty="0">
                <a:solidFill>
                  <a:schemeClr val="dk1"/>
                </a:solidFill>
                <a:latin typeface="微软雅黑" panose="020B0503020204020204" charset="-122"/>
                <a:ea typeface="微软雅黑" panose="020B0503020204020204" charset="-122"/>
                <a:cs typeface="微软雅黑" panose="020B0503020204020204" charset="-122"/>
              </a:rPr>
              <a:t>运行环境</a:t>
            </a:r>
            <a:endParaRPr lang="en-US" altLang="zh-CN" sz="3200" b="1"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服务器</a:t>
            </a:r>
            <a:endParaRPr lang="en-US" altLang="zh-CN"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华为云</a:t>
            </a:r>
            <a:r>
              <a:rPr lang="en-US"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CPU 2</a:t>
            </a:r>
            <a:r>
              <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核、内存</a:t>
            </a:r>
            <a:r>
              <a:rPr lang="en-US"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 4GiB</a:t>
            </a:r>
            <a:r>
              <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、系统盘</a:t>
            </a:r>
            <a:r>
              <a:rPr lang="en-US"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 40GiB</a:t>
            </a:r>
            <a:r>
              <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、带宽</a:t>
            </a:r>
            <a:r>
              <a:rPr lang="en-US"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 2Mbit/s</a:t>
            </a:r>
            <a:r>
              <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云服务器</a:t>
            </a:r>
            <a:endParaRPr lang="en-US" altLang="zh-CN" sz="1800" kern="100" dirty="0">
              <a:solidFill>
                <a:schemeClr val="dk1"/>
              </a:solidFill>
              <a:effectLst/>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客户端</a:t>
            </a:r>
            <a:endParaRPr lang="en-US" altLang="zh-CN"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搭载</a:t>
            </a:r>
            <a:r>
              <a:rPr lang="en-US"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windows7</a:t>
            </a:r>
            <a:r>
              <a:rPr lang="zh-CN" altLang="en-US" sz="1800" kern="100" dirty="0">
                <a:solidFill>
                  <a:schemeClr val="dk1"/>
                </a:solidFill>
                <a:effectLst/>
                <a:latin typeface="微软雅黑" panose="020B0503020204020204" charset="-122"/>
                <a:ea typeface="微软雅黑" panose="020B0503020204020204" charset="-122"/>
                <a:cs typeface="微软雅黑" panose="020B0503020204020204" charset="-122"/>
              </a:rPr>
              <a:t>、</a:t>
            </a:r>
            <a:r>
              <a:rPr lang="en-US"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Mac os</a:t>
            </a:r>
            <a:r>
              <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rPr>
              <a:t>及以上的个人设备</a:t>
            </a:r>
            <a:endParaRPr lang="zh-CN" altLang="zh-CN" sz="1800" kern="100" dirty="0">
              <a:solidFill>
                <a:schemeClr val="dk1"/>
              </a:solidFill>
              <a:effectLst/>
              <a:latin typeface="微软雅黑" panose="020B0503020204020204" charset="-122"/>
              <a:ea typeface="微软雅黑" panose="020B0503020204020204" charset="-122"/>
              <a:cs typeface="微软雅黑" panose="020B0503020204020204" charset="-122"/>
            </a:endParaRPr>
          </a:p>
        </p:txBody>
      </p:sp>
      <p:sp>
        <p:nvSpPr>
          <p:cNvPr id="10" name="矩形 9"/>
          <p:cNvSpPr/>
          <p:nvPr>
            <p:custDataLst>
              <p:tags r:id="rId11"/>
            </p:custDataLst>
          </p:nvPr>
        </p:nvSpPr>
        <p:spPr>
          <a:xfrm>
            <a:off x="1457345" y="1682516"/>
            <a:ext cx="813690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31. SRS 中是否对定义了系统的实现环境？运行环境？</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测试用例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35. 是否可以独立地测试和验证每个需求？是否提交了 Test Case？是否采用模版？</a:t>
            </a:r>
            <a:endParaRPr lang="zh-CN" altLang="en-US" b="1"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测试用例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36. Test Case 的设计采用的是什么方法？数量多少？够吗？有效吗？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测试用例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37. 为便于 SRS 的理解和评审，是否提交了初步的 User Manual？描述是否正确、有效？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小组评审</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38. 是否对 SRS 进行了正式的内部评审？是否有评审记录？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完善</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39. 是否对评审中要求修改和改进的部分进行了完善？是否有记录？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mn-ea"/>
                <a:sym typeface="+mn-lt"/>
              </a:rPr>
              <a:t>SRS Baseline</a:t>
            </a:r>
            <a:endParaRPr lang="en-US" altLang="zh-CN"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40. 针对 SRS Baseline，是否进行了正式的发布？是否定义了基准版本号？是否提交配置系统？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201676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需求管理</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04</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需求管理工具</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41.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针对需求的管理，是否采用了需求管理工具？是否把全部需求录入工具？</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是否建立了跟踪链接矩阵？</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需求管理工具</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41.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针对需求的管理，是否采用了需求管理工具？是否把全部需求录入工具？</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是否建立了跟踪链接矩阵？</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CCB</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委员会成员</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42. 针对项目的需求变化，是否建议了 CCB 组织和人选？为什么？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CCB</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干系人</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42. 针对项目的需求变化，是否建议了 CCB 组织和人选？为什么？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普通用户变更申请表</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rPr>
              <a:t>43. </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针对用户的需求变化，是否提交了需求变更申请报告</a:t>
            </a:r>
            <a:r>
              <a:rPr lang="en-US" altLang="zh-CN"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内容是否完整</a:t>
            </a:r>
            <a:r>
              <a:rPr lang="en-US" altLang="zh-CN" dirty="0">
                <a:solidFill>
                  <a:schemeClr val="dk1"/>
                </a:solidFill>
                <a:latin typeface="微软雅黑" panose="020B0503020204020204" charset="-122"/>
                <a:ea typeface="微软雅黑" panose="020B0503020204020204" charset="-122"/>
                <a:cs typeface="微软雅黑" panose="020B0503020204020204" charset="-122"/>
              </a:rPr>
              <a:t>?</a:t>
            </a:r>
            <a:endParaRPr lang="en-US" altLang="zh-CN"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变更影响分析</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44. 是否采用了需求管理工具对用户的需求变化进行了需求变更影响分析？效果如何？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变更影响</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45. 针对变更的影响，在项目计划中，建议的变更</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影响任务的执行顺</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如何序、依赖性、工作量或进度？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descr="D:\51PPT模板网\51pptmoban.com\图片.jpg"/>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398770" y="2016760"/>
            <a:ext cx="247015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后续计划与其他设计</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05</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后续安排</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48. 项目阶段性工作中，后续设计，开发，部署，测试等阶段的计划性安排是否完成？</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设计</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49. 是否还完成了课程作业要求的工作阶段之外的工作？比如：设计、实现等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398770" y="2016760"/>
            <a:ext cx="205803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会议，评价及团建</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06</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团建活动</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50. 项目过程中，是否进行了 Team Building？目的是什么？方式是什么？是否有效？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组内评价</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68035" y="2040890"/>
            <a:ext cx="205803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项目总结</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07</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51. 是否提交了项目总结报告？是否准备了总结 PPT？格式和内容符合要求吗？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52. 项目总结报告中是否总结了项目执行中的问题、经验和教训？分析了相关原因吗？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4</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现在通知你们小组，在接下来的三个月中完成教师提出的移动课堂助理的需求，怎么做？</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4713827" y="1979656"/>
            <a:ext cx="6569242" cy="3138170"/>
          </a:xfrm>
          <a:prstGeom prst="rect">
            <a:avLst/>
          </a:prstGeom>
          <a:noFill/>
        </p:spPr>
        <p:txBody>
          <a:bodyPr wrap="square">
            <a:spAutoFit/>
          </a:bodyPr>
          <a:lstStyle/>
          <a:p>
            <a:r>
              <a:rPr lang="zh-CN" altLang="en-US" sz="1800" dirty="0">
                <a:solidFill>
                  <a:schemeClr val="dk1"/>
                </a:solidFill>
                <a:latin typeface="微软雅黑" panose="020B0503020204020204" charset="-122"/>
                <a:ea typeface="微软雅黑" panose="020B0503020204020204" charset="-122"/>
                <a:sym typeface="+mn-ea"/>
              </a:rPr>
              <a:t>软件需求课程是我大学学习过程中的一门重要课程，通过这门课程的学习，我收获到了如何去管理协调一个团队。在课程中，杨枨老师以他独特的教学方式给我留下了深刻的印象。</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杨枨老师由浅入深的为我们介绍了什么叫做一个需求工程，并让我们自己动手去完成自己的第一个需求工程项目，在实践中，加深了对需求工程的理解，并且懂得了需求工程的每一个阶段应该去做什么，如何去做一个符合用户预期的好的需求。</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总的来说，这门课培养了我的批判性思维，鼓励团队合作和沟通，并注重实践和应用，不仅在专业知识上得到了提升，也培养了更全面的能力。无论在以后从事什么样的工作，软件需求课所带给我的经验与知识都将变成日后工作学习的最好助力。</a:t>
            </a:r>
            <a:endParaRPr lang="zh-CN" altLang="en-US" sz="1800" dirty="0">
              <a:solidFill>
                <a:schemeClr val="dk1"/>
              </a:solidFill>
              <a:latin typeface="微软雅黑" panose="020B0503020204020204" charset="-122"/>
              <a:ea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4713827" y="1979656"/>
            <a:ext cx="6569242" cy="3138170"/>
          </a:xfrm>
          <a:prstGeom prst="rect">
            <a:avLst/>
          </a:prstGeom>
          <a:noFill/>
        </p:spPr>
        <p:txBody>
          <a:bodyPr wrap="square">
            <a:spAutoFit/>
          </a:bodyPr>
          <a:lstStyle/>
          <a:p>
            <a:r>
              <a:rPr lang="zh-CN" altLang="en-US" sz="1800" dirty="0">
                <a:solidFill>
                  <a:schemeClr val="dk1"/>
                </a:solidFill>
                <a:latin typeface="微软雅黑" panose="020B0503020204020204" charset="-122"/>
                <a:ea typeface="微软雅黑" panose="020B0503020204020204" charset="-122"/>
                <a:sym typeface="+mn-ea"/>
              </a:rPr>
              <a:t>软件需求课程是我大学学习过程中的一门重要课程，通过这门课程的学习，我收获到了如何去管理协调一个团队。在课程中，杨枨老师以他独特的教学方式给我留下了深刻的印象。</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杨枨老师由浅入深的为我们介绍了什么叫做一个需求工程，并让我们自己动手去完成自己的第一个需求工程项目，在实践中，加深了对需求工程的理解，并且懂得了需求工程的每一个阶段应该去做什么，如何去做一个符合用户预期的好的需求。</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总的来说，这门课培养了我的批判性思维，鼓励团队合作和沟通，并注重实践和应用，不仅在专业知识上得到了提升，也培养了更全面的能力。无论在以后从事什么样的工作，软件需求课所带给我的经验与知识都将变成日后工作学习的最好助力。</a:t>
            </a:r>
            <a:endParaRPr lang="zh-CN" altLang="en-US" sz="1800" dirty="0">
              <a:solidFill>
                <a:schemeClr val="dk1"/>
              </a:solidFill>
              <a:latin typeface="微软雅黑" panose="020B0503020204020204" charset="-122"/>
              <a:ea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4713827" y="1979656"/>
            <a:ext cx="6569242" cy="3138170"/>
          </a:xfrm>
          <a:prstGeom prst="rect">
            <a:avLst/>
          </a:prstGeom>
          <a:noFill/>
        </p:spPr>
        <p:txBody>
          <a:bodyPr wrap="square">
            <a:spAutoFit/>
          </a:bodyPr>
          <a:lstStyle/>
          <a:p>
            <a:r>
              <a:rPr lang="zh-CN" altLang="en-US" sz="1800" dirty="0">
                <a:solidFill>
                  <a:schemeClr val="dk1"/>
                </a:solidFill>
                <a:latin typeface="微软雅黑" panose="020B0503020204020204" charset="-122"/>
                <a:ea typeface="微软雅黑" panose="020B0503020204020204" charset="-122"/>
                <a:sym typeface="+mn-ea"/>
              </a:rPr>
              <a:t>软件需求课程是我大学学习过程中的一门重要课程，通过这门课程的学习，我收获到了如何去管理协调一个团队。在课程中，杨枨老师以他独特的教学方式给我留下了深刻的印象。</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杨枨老师由浅入深的为我们介绍了什么叫做一个需求工程，并让我们自己动手去完成自己的第一个需求工程项目，在实践中，加深了对需求工程的理解，并且懂得了需求工程的每一个阶段应该去做什么，如何去做一个符合用户预期的好的需求。</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总的来说，这门课培养了我的批判性思维，鼓励团队合作和沟通，并注重实践和应用，不仅在专业知识上得到了提升，也培养了更全面的能力。无论在以后从事什么样的工作，软件需求课所带给我的经验与知识都将变成日后工作学习的最好助力。</a:t>
            </a:r>
            <a:endParaRPr lang="zh-CN" altLang="en-US" sz="1800" dirty="0">
              <a:solidFill>
                <a:schemeClr val="dk1"/>
              </a:solidFill>
              <a:latin typeface="微软雅黑" panose="020B0503020204020204" charset="-122"/>
              <a:ea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4713827" y="1979656"/>
            <a:ext cx="6569242" cy="3138170"/>
          </a:xfrm>
          <a:prstGeom prst="rect">
            <a:avLst/>
          </a:prstGeom>
          <a:noFill/>
        </p:spPr>
        <p:txBody>
          <a:bodyPr wrap="square">
            <a:spAutoFit/>
          </a:bodyPr>
          <a:lstStyle/>
          <a:p>
            <a:r>
              <a:rPr lang="zh-CN" altLang="en-US" sz="1800" dirty="0">
                <a:solidFill>
                  <a:schemeClr val="dk1"/>
                </a:solidFill>
                <a:latin typeface="微软雅黑" panose="020B0503020204020204" charset="-122"/>
                <a:ea typeface="微软雅黑" panose="020B0503020204020204" charset="-122"/>
                <a:sym typeface="+mn-ea"/>
              </a:rPr>
              <a:t>软件需求课程是我大学学习过程中的一门重要课程，通过这门课程的学习，我收获到了如何去管理协调一个团队。在课程中，杨枨老师以他独特的教学方式给我留下了深刻的印象。</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杨枨老师由浅入深的为我们介绍了什么叫做一个需求工程，并让我们自己动手去完成自己的第一个需求工程项目，在实践中，加深了对需求工程的理解，并且懂得了需求工程的每一个阶段应该去做什么，如何去做一个符合用户预期的好的需求。</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总的来说，这门课培养了我的批判性思维，鼓励团队合作和沟通，并注重实践和应用，不仅在专业知识上得到了提升，也培养了更全面的能力。无论在以后从事什么样的工作，软件需求课所带给我的经验与知识都将变成日后工作学习的最好助力。</a:t>
            </a:r>
            <a:endParaRPr lang="zh-CN" altLang="en-US" sz="1800" dirty="0">
              <a:solidFill>
                <a:schemeClr val="dk1"/>
              </a:solidFill>
              <a:latin typeface="微软雅黑" panose="020B0503020204020204" charset="-122"/>
              <a:ea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王龙龙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4713827" y="1979656"/>
            <a:ext cx="6569242" cy="3138170"/>
          </a:xfrm>
          <a:prstGeom prst="rect">
            <a:avLst/>
          </a:prstGeom>
          <a:noFill/>
        </p:spPr>
        <p:txBody>
          <a:bodyPr wrap="square">
            <a:spAutoFit/>
          </a:bodyPr>
          <a:lstStyle/>
          <a:p>
            <a:r>
              <a:rPr lang="zh-CN" altLang="en-US" sz="1800" dirty="0">
                <a:solidFill>
                  <a:schemeClr val="dk1"/>
                </a:solidFill>
                <a:latin typeface="微软雅黑" panose="020B0503020204020204" charset="-122"/>
                <a:ea typeface="微软雅黑" panose="020B0503020204020204" charset="-122"/>
                <a:sym typeface="+mn-ea"/>
              </a:rPr>
              <a:t>软件需求课程是我大学学习过程中的一门重要课程，通过这门课程的学习，我收获到了如何去管理协调一个团队。在课程中，杨枨老师以他独特的教学方式给我留下了深刻的印象。</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杨枨老师由浅入深的为我们介绍了什么叫做一个需求工程，并让我们自己动手去完成自己的第一个需求工程项目，在实践中，加深了对需求工程的理解，并且懂得了需求工程的每一个阶段应该去做什么，如何去做一个符合用户预期的好的需求。</a:t>
            </a:r>
            <a:endParaRPr lang="zh-CN" altLang="en-US" sz="1800" dirty="0">
              <a:solidFill>
                <a:schemeClr val="dk1"/>
              </a:solidFill>
              <a:latin typeface="微软雅黑" panose="020B0503020204020204" charset="-122"/>
              <a:ea typeface="微软雅黑" panose="020B0503020204020204" charset="-122"/>
              <a:sym typeface="+mn-ea"/>
            </a:endParaRPr>
          </a:p>
          <a:p>
            <a:r>
              <a:rPr lang="zh-CN" altLang="en-US" sz="1800" dirty="0">
                <a:solidFill>
                  <a:schemeClr val="dk1"/>
                </a:solidFill>
                <a:latin typeface="微软雅黑" panose="020B0503020204020204" charset="-122"/>
                <a:ea typeface="微软雅黑" panose="020B0503020204020204" charset="-122"/>
                <a:sym typeface="+mn-ea"/>
              </a:rPr>
              <a:t>总的来说，这门课培养了我的批判性思维，鼓励团队合作和沟通，并注重实践和应用，不仅在专业知识上得到了提升，也培养了更全面的能力。无论在以后从事什么样的工作，软件需求课所带给我的经验与知识都将变成日后工作学习的最好助力。</a:t>
            </a:r>
            <a:endParaRPr lang="zh-CN" altLang="en-US" sz="1800" dirty="0">
              <a:solidFill>
                <a:schemeClr val="dk1"/>
              </a:solidFill>
              <a:latin typeface="微软雅黑" panose="020B0503020204020204" charset="-122"/>
              <a:ea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68035" y="2040890"/>
            <a:ext cx="205803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参考资料</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08</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参考资料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3390353" y="1582614"/>
            <a:ext cx="6569242" cy="3907790"/>
          </a:xfrm>
          <a:prstGeom prst="rect">
            <a:avLst/>
          </a:prstGeom>
          <a:noFill/>
        </p:spPr>
        <p:txBody>
          <a:bodyPr wrap="square">
            <a:spAutoFit/>
          </a:bodyPr>
          <a:lstStyle/>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软件项目管理（原书第</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版）</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[M]</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北京：机械工业出版社</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软件需求（第</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3</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版）</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[M]</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北京：清华大学出版社</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[3] GB/T 8567-2006.</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国标</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计算机软件文档编制规范</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[4]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需求工程计划</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v1.0.6.docx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[5]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可行性分析报告</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v1.0.6.docx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[6]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可行性分析报告</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v0.0.4.docx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[7]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项目章程</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v1.0.5.docx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需求规格说明书</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v1.1.0.docx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[9]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配置管理文档</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v0.0.2.docx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[10]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愿景与范围文档</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v0.0.3.docx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[11]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用户群分类</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[12]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需求跟踪矩阵</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参考资料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3390353" y="1582614"/>
            <a:ext cx="6569242" cy="3907790"/>
          </a:xfrm>
          <a:prstGeom prst="rect">
            <a:avLst/>
          </a:prstGeom>
          <a:noFill/>
        </p:spPr>
        <p:txBody>
          <a:bodyPr wrap="square">
            <a:spAutoFit/>
          </a:bodyPr>
          <a:lstStyle/>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软件项目管理（原书第</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版）</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[M]</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北京：机械工业出版社</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软件需求（第</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3</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版）</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[M]</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北京：清华大学出版社</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[3] GB/T 8567-2006.</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国标</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计算机软件文档编制规范</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[4]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需求工程计划</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v1.0.6.docx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[5]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可行性分析报告</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v1.0.6.docx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[6]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可行性分析报告</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v0.0.4.docx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[7]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项目章程</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v1.0.5.docx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需求规格说明书</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v1.1.0.docx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[9]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配置管理文档</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v0.0.2.docx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[10]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愿景与范围文档</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v0.0.3.docx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[11]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用户群分类</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[12] SRA2024-G12-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需求跟踪矩阵</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idx="13"/>
            <p:custDataLst>
              <p:tags r:id="rId1"/>
            </p:custDataLst>
          </p:nvPr>
        </p:nvSpPr>
        <p:spPr/>
        <p:txBody>
          <a:bodyPr vert="horz" wrap="square" lIns="0" tIns="0" rIns="0" bIns="0" rtlCol="0" anchor="b" anchorCtr="0">
            <a:normAutofit/>
          </a:bodyPr>
          <a:p>
            <a:pPr marL="0" indent="0" algn="dist">
              <a:lnSpc>
                <a:spcPct val="100000"/>
              </a:lnSpc>
              <a:spcBef>
                <a:spcPts val="0"/>
              </a:spcBef>
              <a:spcAft>
                <a:spcPts val="0"/>
              </a:spcAft>
              <a:buSzPct val="100000"/>
              <a:buNone/>
            </a:pPr>
            <a:r>
              <a:rPr lang="zh-CN" altLang="en-US" sz="8000" dirty="0">
                <a:solidFill>
                  <a:schemeClr val="accent1"/>
                </a:solidFill>
                <a:sym typeface="+mn-lt"/>
              </a:rPr>
              <a:t>谢谢观看</a:t>
            </a:r>
            <a:endParaRPr lang="zh-CN" altLang="en-US" sz="8000" dirty="0">
              <a:solidFill>
                <a:schemeClr val="accent1"/>
              </a:solidFill>
              <a:sym typeface="+mn-lt"/>
            </a:endParaRPr>
          </a:p>
        </p:txBody>
      </p:sp>
      <p:sp>
        <p:nvSpPr>
          <p:cNvPr id="6" name="Text Placeholder 2"/>
          <p:cNvSpPr>
            <a:spLocks noGrp="1"/>
          </p:cNvSpPr>
          <p:nvPr>
            <p:ph type="body" idx="14"/>
            <p:custDataLst>
              <p:tags r:id="rId2"/>
            </p:custDataLst>
          </p:nvPr>
        </p:nvSpPr>
        <p:spPr/>
        <p:txBody>
          <a:bodyPr vert="horz" wrap="square" lIns="0" tIns="0" rIns="0" bIns="0" rtlCol="0" anchor="t" anchorCtr="0">
            <a:normAutofit/>
          </a:bodyPr>
          <a:p>
            <a:pPr marL="0" lvl="0" indent="0" algn="ctr">
              <a:lnSpc>
                <a:spcPct val="100000"/>
              </a:lnSpc>
              <a:spcBef>
                <a:spcPts val="0"/>
              </a:spcBef>
              <a:spcAft>
                <a:spcPts val="0"/>
              </a:spcAft>
              <a:buSzPct val="100000"/>
              <a:buNone/>
            </a:pPr>
            <a:r>
              <a:rPr lang="en-US" altLang="zh-CN" sz="2000" dirty="0">
                <a:solidFill>
                  <a:schemeClr val="dk1">
                    <a:lumMod val="65000"/>
                    <a:lumOff val="35000"/>
                  </a:schemeClr>
                </a:solidFill>
              </a:rPr>
              <a:t>0</a:t>
            </a:r>
            <a:endParaRPr lang="en-US" altLang="zh-CN" sz="2000" dirty="0">
              <a:solidFill>
                <a:schemeClr val="dk1">
                  <a:lumMod val="65000"/>
                  <a:lumOff val="35000"/>
                </a:schemeClr>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8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9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10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1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2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13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4.xml><?xml version="1.0" encoding="utf-8"?>
<p:tagLst xmlns:p="http://schemas.openxmlformats.org/presentationml/2006/main">
  <p:tag name="KSO_WM_TEMPLATE_THUMBS_INDEX" val="1、4、7、9、11、15、19、20、21、22、23、26、31、35、39、40"/>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421"/>
  <p:tag name="KSO_WM_TEMPLATE_MASTER_TYPE" val="1"/>
</p:tagLst>
</file>

<file path=ppt/tags/tag145.xml><?xml version="1.0" encoding="utf-8"?>
<p:tagLst xmlns:p="http://schemas.openxmlformats.org/presentationml/2006/main">
  <p:tag name="KSO_WM_UNIT_ISCONTENTSTITLE" val="0"/>
  <p:tag name="KSO_WM_UNIT_ISNUMDGMTITLE" val="0"/>
  <p:tag name="KSO_WM_UNIT_PRESET_TEXT" val="日事日清"/>
  <p:tag name="KSO_WM_UNIT_NOCLEAR" val="0"/>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204421_1*a*1"/>
  <p:tag name="KSO_WM_TEMPLATE_CATEGORY" val="custom"/>
  <p:tag name="KSO_WM_TEMPLATE_INDEX" val="20204421"/>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46.xml><?xml version="1.0" encoding="utf-8"?>
<p:tagLst xmlns:p="http://schemas.openxmlformats.org/presentationml/2006/main">
  <p:tag name="KSO_WM_UNIT_ISCONTENTSTITLE" val="0"/>
  <p:tag name="KSO_WM_UNIT_ISNUMDGMTITLE" val="0"/>
  <p:tag name="KSO_WM_UNIT_PRESET_TEXT" val="单击此处添加副标题内容"/>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custom20204421_1*b*1"/>
  <p:tag name="KSO_WM_TEMPLATE_CATEGORY" val="custom"/>
  <p:tag name="KSO_WM_TEMPLATE_INDEX" val="20204421"/>
  <p:tag name="KSO_WM_UNIT_LAYERLEVEL" val="1"/>
  <p:tag name="KSO_WM_TAG_VERSION" val="1.0"/>
  <p:tag name="KSO_WM_BEAUTIFY_FLAG" val="#wm#"/>
  <p:tag name="KSO_WM_UNIT_TEXT_FILL_FORE_SCHEMECOLOR_INDEX_BRIGHTNESS" val="0.35"/>
  <p:tag name="KSO_WM_UNIT_TEXT_FILL_FORE_SCHEMECOLOR_INDEX" val="13"/>
  <p:tag name="KSO_WM_UNIT_TEXT_FILL_TYPE" val="1"/>
</p:tagLst>
</file>

<file path=ppt/tags/tag147.xml><?xml version="1.0" encoding="utf-8"?>
<p:tagLst xmlns:p="http://schemas.openxmlformats.org/presentationml/2006/main">
  <p:tag name="KSO_WM_UNIT_ISCONTENTSTITLE" val="0"/>
  <p:tag name="KSO_WM_UNIT_ISNUMDGMTITLE" val="0"/>
  <p:tag name="KSO_WM_UNIT_PRESET_TEXT" val="汇报人姓名"/>
  <p:tag name="KSO_WM_UNIT_NOCLEAR" val="0"/>
  <p:tag name="KSO_WM_UNIT_VALUE" val="8"/>
  <p:tag name="KSO_WM_UNIT_HIGHLIGHT" val="0"/>
  <p:tag name="KSO_WM_UNIT_COMPATIBLE" val="0"/>
  <p:tag name="KSO_WM_UNIT_DIAGRAM_ISNUMVISUAL" val="0"/>
  <p:tag name="KSO_WM_UNIT_DIAGRAM_ISREFERUNIT" val="0"/>
  <p:tag name="KSO_WM_UNIT_TYPE" val="b"/>
  <p:tag name="KSO_WM_UNIT_INDEX" val="2"/>
  <p:tag name="KSO_WM_UNIT_ID" val="custom20204421_1*b*2"/>
  <p:tag name="KSO_WM_TEMPLATE_CATEGORY" val="custom"/>
  <p:tag name="KSO_WM_TEMPLATE_INDEX" val="20204421"/>
  <p:tag name="KSO_WM_UNIT_LAYERLEVEL" val="1"/>
  <p:tag name="KSO_WM_TAG_VERSION" val="1.0"/>
  <p:tag name="KSO_WM_BEAUTIFY_FLAG" val="#wm#"/>
  <p:tag name="KSO_WM_UNIT_TEXT_FILL_FORE_SCHEMECOLOR_INDEX_BRIGHTNESS" val="0"/>
  <p:tag name="KSO_WM_UNIT_TEXT_FILL_FORE_SCHEMECOLOR_INDEX" val="13"/>
  <p:tag name="KSO_WM_UNIT_TEXT_FILL_TYPE" val="1"/>
</p:tagLst>
</file>

<file path=ppt/tags/tag148.xml><?xml version="1.0" encoding="utf-8"?>
<p:tagLst xmlns:p="http://schemas.openxmlformats.org/presentationml/2006/main">
  <p:tag name="KSO_WM_UNIT_ISCONTENTSTITLE" val="0"/>
  <p:tag name="KSO_WM_UNIT_ISNUMDGMTITLE" val="0"/>
  <p:tag name="KSO_WM_UNIT_PRESET_TEXT" val="2020/01/01"/>
  <p:tag name="KSO_WM_UNIT_NOCLEAR" val="0"/>
  <p:tag name="KSO_WM_UNIT_VALUE" val="8"/>
  <p:tag name="KSO_WM_UNIT_HIGHLIGHT" val="0"/>
  <p:tag name="KSO_WM_UNIT_COMPATIBLE" val="0"/>
  <p:tag name="KSO_WM_UNIT_DIAGRAM_ISNUMVISUAL" val="0"/>
  <p:tag name="KSO_WM_UNIT_DIAGRAM_ISREFERUNIT" val="0"/>
  <p:tag name="KSO_WM_UNIT_TYPE" val="b"/>
  <p:tag name="KSO_WM_UNIT_INDEX" val="3"/>
  <p:tag name="KSO_WM_UNIT_ID" val="custom20204421_1*b*3"/>
  <p:tag name="KSO_WM_TEMPLATE_CATEGORY" val="custom"/>
  <p:tag name="KSO_WM_TEMPLATE_INDEX" val="20204421"/>
  <p:tag name="KSO_WM_UNIT_LAYERLEVEL" val="1"/>
  <p:tag name="KSO_WM_TAG_VERSION" val="1.0"/>
  <p:tag name="KSO_WM_BEAUTIFY_FLAG" val="#wm#"/>
  <p:tag name="KSO_WM_UNIT_TEXT_FILL_FORE_SCHEMECOLOR_INDEX_BRIGHTNESS" val="0"/>
  <p:tag name="KSO_WM_UNIT_TEXT_FILL_FORE_SCHEMECOLOR_INDEX" val="13"/>
  <p:tag name="KSO_WM_UNIT_TEXT_FILL_TYPE" val="1"/>
</p:tagLst>
</file>

<file path=ppt/tags/tag149.xml><?xml version="1.0" encoding="utf-8"?>
<p:tagLst xmlns:p="http://schemas.openxmlformats.org/presentationml/2006/main">
  <p:tag name="KSO_WM_TEMPLATE_THUMBS_INDEX" val="1、4、7、9、11、15、19、20、21、22、23、26、31、35、39、40"/>
  <p:tag name="KSO_WM_SLIDE_ID" val="custom20204421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4421"/>
  <p:tag name="KSO_WM_SLIDE_LAYOUT" val="a_b"/>
  <p:tag name="KSO_WM_SLIDE_LAYOUT_CNT" val="1_3"/>
</p:tagLst>
</file>

<file path=ppt/tags/tag150.xml><?xml version="1.0" encoding="utf-8"?>
<p:tagLst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4421_6*l_h_i*1_1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1.xml><?xml version="1.0" encoding="utf-8"?>
<p:tagLst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4421_6*l_h_i*1_1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2.xml><?xml version="1.0" encoding="utf-8"?>
<p:tagLst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4421_6*l_h_i*1_1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53.xml><?xml version="1.0" encoding="utf-8"?>
<p:tagLst xmlns:p="http://schemas.openxmlformats.org/presentationml/2006/main">
  <p:tag name="KSO_WM_UNIT_ISCONTENTSTITLE" val="0"/>
  <p:tag name="KSO_WM_UNIT_COLOR_SCHEME_SHAPE_ID" val="36"/>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4421_6*l_h_f*1_1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54.xml><?xml version="1.0" encoding="utf-8"?>
<p:tagLst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4421_6*l_h_i*1_2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5.xml><?xml version="1.0" encoding="utf-8"?>
<p:tagLst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4421_6*l_h_i*1_2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6.xml><?xml version="1.0" encoding="utf-8"?>
<p:tagLst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4421_6*l_h_i*1_2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57.xml><?xml version="1.0" encoding="utf-8"?>
<p:tagLst xmlns:p="http://schemas.openxmlformats.org/presentationml/2006/main">
  <p:tag name="KSO_WM_UNIT_ISCONTENTSTITLE" val="0"/>
  <p:tag name="KSO_WM_UNIT_COLOR_SCHEME_SHAPE_ID" val="45"/>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4421_6*l_h_f*1_2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58.xml><?xml version="1.0" encoding="utf-8"?>
<p:tagLst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4421_6*l_h_i*1_3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9.xml><?xml version="1.0" encoding="utf-8"?>
<p:tagLst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4421_6*l_h_i*1_3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0.xml><?xml version="1.0" encoding="utf-8"?>
<p:tagLst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4421_6*l_h_i*1_3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61.xml><?xml version="1.0" encoding="utf-8"?>
<p:tagLst xmlns:p="http://schemas.openxmlformats.org/presentationml/2006/main">
  <p:tag name="KSO_WM_UNIT_ISCONTENTSTITLE" val="0"/>
  <p:tag name="KSO_WM_UNIT_COLOR_SCHEME_SHAPE_ID" val="48"/>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4421_6*l_h_f*1_3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2.xml><?xml version="1.0" encoding="utf-8"?>
<p:tagLst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4421_6*l_h_i*1_4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3.xml><?xml version="1.0" encoding="utf-8"?>
<p:tagLst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4421_6*l_h_i*1_4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4.xml><?xml version="1.0" encoding="utf-8"?>
<p:tagLst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4421_6*l_h_i*1_4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65.xml><?xml version="1.0" encoding="utf-8"?>
<p:tagLst xmlns:p="http://schemas.openxmlformats.org/presentationml/2006/main">
  <p:tag name="KSO_WM_UNIT_ISCONTENTSTITLE" val="0"/>
  <p:tag name="KSO_WM_UNIT_COLOR_SCHEME_SHAPE_ID" val="54"/>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4421_6*l_h_f*1_4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6.xml><?xml version="1.0" encoding="utf-8"?>
<p:tagLst xmlns:p="http://schemas.openxmlformats.org/presentationml/2006/main">
  <p:tag name="KSO_WM_UNIT_COLOR_SCHEME_SHAPE_ID" val="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204421_6*l_h_i*1_5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COLOR_SCHEME_SHAPE_ID" val="1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custom20204421_6*l_h_i*1_5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8.xml><?xml version="1.0" encoding="utf-8"?>
<p:tagLst xmlns:p="http://schemas.openxmlformats.org/presentationml/2006/main">
  <p:tag name="KSO_WM_UNIT_COLOR_SCHEME_SHAPE_ID" val="1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custom20204421_6*l_h_i*1_5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69.xml><?xml version="1.0" encoding="utf-8"?>
<p:tagLst xmlns:p="http://schemas.openxmlformats.org/presentationml/2006/main">
  <p:tag name="KSO_WM_UNIT_ISCONTENTSTITLE" val="0"/>
  <p:tag name="KSO_WM_UNIT_COLOR_SCHEME_SHAPE_ID" val="57"/>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204421_6*l_h_f*1_5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COLOR_SCHEME_SHAPE_ID" val="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custom20204421_6*l_h_i*1_6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71.xml><?xml version="1.0" encoding="utf-8"?>
<p:tagLst xmlns:p="http://schemas.openxmlformats.org/presentationml/2006/main">
  <p:tag name="KSO_WM_UNIT_COLOR_SCHEME_SHAPE_ID" val="1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custom20204421_6*l_h_i*1_6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COLOR_SCHEME_SHAPE_ID" val="1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1"/>
  <p:tag name="KSO_WM_UNIT_ID" val="custom20204421_6*l_h_i*1_6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73.xml><?xml version="1.0" encoding="utf-8"?>
<p:tagLst xmlns:p="http://schemas.openxmlformats.org/presentationml/2006/main">
  <p:tag name="KSO_WM_UNIT_ISCONTENTSTITLE" val="0"/>
  <p:tag name="KSO_WM_UNIT_COLOR_SCHEME_SHAPE_ID" val="57"/>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custom20204421_6*l_h_f*1_6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74.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4421_6*b*1"/>
  <p:tag name="KSO_WM_TEMPLATE_CATEGORY" val="custom"/>
  <p:tag name="KSO_WM_TEMPLATE_INDEX" val="20204421"/>
  <p:tag name="KSO_WM_UNIT_LAYERLEVEL" val="1"/>
  <p:tag name="KSO_WM_TAG_VERSION" val="1.0"/>
  <p:tag name="KSO_WM_BEAUTIFY_FLAG" val="#wm#"/>
  <p:tag name="KSO_WM_UNIT_TEXT_FILL_FORE_SCHEMECOLOR_INDEX_BRIGHTNESS" val="0.15"/>
  <p:tag name="KSO_WM_UNIT_TEXT_FILL_FORE_SCHEMECOLOR_INDEX" val="1"/>
  <p:tag name="KSO_WM_UNIT_TEXT_FILL_TYPE" val="1"/>
  <p:tag name="KSO_WM_UNIT_USESOURCEFORMAT_APPLY" val="1"/>
</p:tagLst>
</file>

<file path=ppt/tags/tag175.xml><?xml version="1.0" encoding="utf-8"?>
<p:tagLst xmlns:p="http://schemas.openxmlformats.org/presentationml/2006/main">
  <p:tag name="KSO_WM_UNIT_ISCONTENTSTITLE" val="1"/>
  <p:tag name="KSO_WM_UNIT_ISNUMDGMTITLE" val="0"/>
  <p:tag name="KSO_WM_UNIT_PRESET_TEXT" val="目 录"/>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4421_6*a*1"/>
  <p:tag name="KSO_WM_TEMPLATE_CATEGORY" val="custom"/>
  <p:tag name="KSO_WM_TEMPLATE_INDEX" val="20204421"/>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76.xml><?xml version="1.0" encoding="utf-8"?>
<p:tagLst xmlns:p="http://schemas.openxmlformats.org/presentationml/2006/main">
  <p:tag name="KSO_WM_SLIDE_ID" val="custom20204421_6"/>
  <p:tag name="KSO_WM_TEMPLATE_SUBCATEGORY" val="0"/>
  <p:tag name="KSO_WM_TEMPLATE_MASTER_TYPE" val="1"/>
  <p:tag name="KSO_WM_TEMPLATE_COLOR_TYPE" val="1"/>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TEMPLATE_CATEGORY" val="custom"/>
  <p:tag name="KSO_WM_TEMPLATE_INDEX" val="20204421"/>
  <p:tag name="KSO_WM_SLIDE_LAYOUT" val="a_b_l"/>
  <p:tag name="KSO_WM_SLIDE_LAYOUT_CNT" val="1_1_1"/>
</p:tagLst>
</file>

<file path=ppt/tags/tag1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9.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8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82.xml><?xml version="1.0" encoding="utf-8"?>
<p:tagLst xmlns:p="http://schemas.openxmlformats.org/presentationml/2006/main">
  <p:tag name="KSO_WM_SLIDE_BACKGROUND_TYPE" val="general"/>
  <p:tag name="KSO_WM_SLIDE_BK_DARK_LIGHT" val="2"/>
</p:tagLst>
</file>

<file path=ppt/tags/tag1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8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9.xml><?xml version="1.0" encoding="utf-8"?>
<p:tagLst xmlns:p="http://schemas.openxmlformats.org/presentationml/2006/main">
  <p:tag name="KSO_WM_SLIDE_BACKGROUND_TYPE" val="general"/>
  <p:tag name="KSO_WM_SLIDE_BK_DARK_LIGHT" val="2"/>
</p:tagLst>
</file>

<file path=ppt/tags/tag19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3.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95.xml><?xml version="1.0" encoding="utf-8"?>
<p:tagLst xmlns:p="http://schemas.openxmlformats.org/presentationml/2006/main">
  <p:tag name="KSO_WM_SLIDE_BACKGROUND_TYPE" val="general"/>
  <p:tag name="KSO_WM_SLIDE_BK_DARK_LIGHT" val="2"/>
</p:tagLst>
</file>

<file path=ppt/tags/tag19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9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3.xml><?xml version="1.0" encoding="utf-8"?>
<p:tagLst xmlns:p="http://schemas.openxmlformats.org/presentationml/2006/main">
  <p:tag name="KSO_WM_SLIDE_BACKGROUND_TYPE" val="general"/>
  <p:tag name="KSO_WM_SLIDE_BK_DARK_LIGHT" val="2"/>
</p:tagLst>
</file>

<file path=ppt/tags/tag20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1.xml><?xml version="1.0" encoding="utf-8"?>
<p:tagLst xmlns:p="http://schemas.openxmlformats.org/presentationml/2006/main">
  <p:tag name="KSO_WM_SLIDE_BACKGROUND_TYPE" val="general"/>
  <p:tag name="KSO_WM_SLIDE_BK_DARK_LIGHT" val="2"/>
</p:tagLst>
</file>

<file path=ppt/tags/tag21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1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1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9.xml><?xml version="1.0" encoding="utf-8"?>
<p:tagLst xmlns:p="http://schemas.openxmlformats.org/presentationml/2006/main">
  <p:tag name="KSO_WM_SLIDE_BACKGROUND_TYPE" val="general"/>
  <p:tag name="KSO_WM_SLIDE_BK_DARK_LIGHT" val="2"/>
</p:tagLst>
</file>

<file path=ppt/tags/tag22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2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p="http://schemas.openxmlformats.org/presentationml/2006/main">
  <p:tag name="KSO_WM_SLIDE_BACKGROUND_TYPE" val="general"/>
  <p:tag name="KSO_WM_SLIDE_BK_DARK_LIGHT" val="2"/>
</p:tagLst>
</file>

<file path=ppt/tags/tag22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3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4.xml><?xml version="1.0" encoding="utf-8"?>
<p:tagLst xmlns:p="http://schemas.openxmlformats.org/presentationml/2006/main">
  <p:tag name="KSO_WM_UNIT_TABLE_BEAUTIFY" val="smartTable{428bd706-e45f-4476-adf3-d8289a11962b}"/>
  <p:tag name="TABLE_ENDDRAG_ORIGIN_RECT" val="174*90"/>
  <p:tag name="TABLE_ENDDRAG_RECT" val="484*172*174*90"/>
  <p:tag name="KSO_WM_BEAUTIFY_FLAG" val=""/>
</p:tagLst>
</file>

<file path=ppt/tags/tag235.xml><?xml version="1.0" encoding="utf-8"?>
<p:tagLst xmlns:p="http://schemas.openxmlformats.org/presentationml/2006/main">
  <p:tag name="KSO_WM_SLIDE_BACKGROUND_TYPE" val="general"/>
  <p:tag name="KSO_WM_SLIDE_BK_DARK_LIGHT" val="2"/>
</p:tagLst>
</file>

<file path=ppt/tags/tag23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3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2.xml><?xml version="1.0" encoding="utf-8"?>
<p:tagLst xmlns:p="http://schemas.openxmlformats.org/presentationml/2006/main">
  <p:tag name="KSO_WM_SLIDE_BACKGROUND_TYPE" val="general"/>
  <p:tag name="KSO_WM_SLIDE_BK_DARK_LIGHT" val="2"/>
</p:tagLst>
</file>

<file path=ppt/tags/tag2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4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9.xml><?xml version="1.0" encoding="utf-8"?>
<p:tagLst xmlns:p="http://schemas.openxmlformats.org/presentationml/2006/main">
  <p:tag name="KSO_WM_UNIT_TABLE_BEAUTIFY" val="smartTable{ee81aeab-af86-4614-b472-94ecdff66e19}"/>
  <p:tag name="TABLE_ENDDRAG_ORIGIN_RECT" val="255*291"/>
  <p:tag name="TABLE_ENDDRAG_RECT" val="246*86*255*291"/>
</p:tagLst>
</file>

<file path=ppt/tags/tag250.xml><?xml version="1.0" encoding="utf-8"?>
<p:tagLst xmlns:p="http://schemas.openxmlformats.org/presentationml/2006/main">
  <p:tag name="KSO_WM_SLIDE_BACKGROUND_TYPE" val="general"/>
  <p:tag name="KSO_WM_SLIDE_BK_DARK_LIGHT" val="2"/>
</p:tagLst>
</file>

<file path=ppt/tags/tag2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5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7.xml><?xml version="1.0" encoding="utf-8"?>
<p:tagLst xmlns:p="http://schemas.openxmlformats.org/presentationml/2006/main">
  <p:tag name="KSO_WM_SLIDE_BACKGROUND_TYPE" val="general"/>
  <p:tag name="KSO_WM_SLIDE_BK_DARK_LIGHT" val="2"/>
</p:tagLst>
</file>

<file path=ppt/tags/tag25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4.xml><?xml version="1.0" encoding="utf-8"?>
<p:tagLst xmlns:p="http://schemas.openxmlformats.org/presentationml/2006/main">
  <p:tag name="KSO_WM_SLIDE_BACKGROUND_TYPE" val="general"/>
  <p:tag name="KSO_WM_SLIDE_BK_DARK_LIGHT" val="2"/>
</p:tagLst>
</file>

<file path=ppt/tags/tag26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1.xml><?xml version="1.0" encoding="utf-8"?>
<p:tagLst xmlns:p="http://schemas.openxmlformats.org/presentationml/2006/main">
  <p:tag name="KSO_WM_SLIDE_BACKGROUND_TYPE" val="general"/>
  <p:tag name="KSO_WM_SLIDE_BK_DARK_LIGHT" val="2"/>
</p:tagLst>
</file>

<file path=ppt/tags/tag27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7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8.xml><?xml version="1.0" encoding="utf-8"?>
<p:tagLst xmlns:p="http://schemas.openxmlformats.org/presentationml/2006/main">
  <p:tag name="KSO_WM_SLIDE_BACKGROUND_TYPE" val="general"/>
  <p:tag name="KSO_WM_SLIDE_BK_DARK_LIGHT" val="2"/>
</p:tagLst>
</file>

<file path=ppt/tags/tag2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8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5.xml><?xml version="1.0" encoding="utf-8"?>
<p:tagLst xmlns:p="http://schemas.openxmlformats.org/presentationml/2006/main">
  <p:tag name="KSO_WM_SLIDE_BACKGROUND_TYPE" val="general"/>
  <p:tag name="KSO_WM_SLIDE_BK_DARK_LIGHT" val="2"/>
</p:tagLst>
</file>

<file path=ppt/tags/tag2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8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2.xml><?xml version="1.0" encoding="utf-8"?>
<p:tagLst xmlns:p="http://schemas.openxmlformats.org/presentationml/2006/main">
  <p:tag name="KSO_WM_SLIDE_BACKGROUND_TYPE" val="general"/>
  <p:tag name="KSO_WM_SLIDE_BK_DARK_LIGHT" val="2"/>
</p:tagLst>
</file>

<file path=ppt/tags/tag29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9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9.xml><?xml version="1.0" encoding="utf-8"?>
<p:tagLst xmlns:p="http://schemas.openxmlformats.org/presentationml/2006/main">
  <p:tag name="KSO_WM_SLIDE_BACKGROUND_TYPE" val="general"/>
  <p:tag name="KSO_WM_SLIDE_BK_DARK_LIGHT" val="2"/>
</p:tagLst>
</file>

<file path=ppt/tags/tag30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0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6.xml><?xml version="1.0" encoding="utf-8"?>
<p:tagLst xmlns:p="http://schemas.openxmlformats.org/presentationml/2006/main">
  <p:tag name="KSO_WM_SLIDE_BACKGROUND_TYPE" val="general"/>
  <p:tag name="KSO_WM_SLIDE_BK_DARK_LIGHT" val="2"/>
</p:tagLst>
</file>

<file path=ppt/tags/tag3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1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3.xml><?xml version="1.0" encoding="utf-8"?>
<p:tagLst xmlns:p="http://schemas.openxmlformats.org/presentationml/2006/main">
  <p:tag name="KSO_WM_SLIDE_BACKGROUND_TYPE" val="general"/>
  <p:tag name="KSO_WM_SLIDE_BK_DARK_LIGHT" val="2"/>
</p:tagLst>
</file>

<file path=ppt/tags/tag31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6.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1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19.xml><?xml version="1.0" encoding="utf-8"?>
<p:tagLst xmlns:p="http://schemas.openxmlformats.org/presentationml/2006/main">
  <p:tag name="KSO_WM_SLIDE_BACKGROUND_TYPE" val="general"/>
  <p:tag name="KSO_WM_SLIDE_BK_DARK_LIGHT" val="2"/>
</p:tagLst>
</file>

<file path=ppt/tags/tag32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2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6.xml><?xml version="1.0" encoding="utf-8"?>
<p:tagLst xmlns:p="http://schemas.openxmlformats.org/presentationml/2006/main">
  <p:tag name="KSO_WM_SLIDE_BACKGROUND_TYPE" val="general"/>
  <p:tag name="KSO_WM_SLIDE_BK_DARK_LIGHT" val="2"/>
</p:tagLst>
</file>

<file path=ppt/tags/tag32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3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3.xml><?xml version="1.0" encoding="utf-8"?>
<p:tagLst xmlns:p="http://schemas.openxmlformats.org/presentationml/2006/main">
  <p:tag name="KSO_WM_SLIDE_BACKGROUND_TYPE" val="general"/>
  <p:tag name="KSO_WM_SLIDE_BK_DARK_LIGHT" val="2"/>
</p:tagLst>
</file>

<file path=ppt/tags/tag3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3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3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3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SLIDE_BK_DARK_LIGHT" val="2"/>
  <p:tag name="KSO_WM_SLIDE_BACKGROUND_TYPE" val="general"/>
</p:tagLst>
</file>

<file path=ppt/tags/tag34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4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4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8.xml><?xml version="1.0" encoding="utf-8"?>
<p:tagLst xmlns:p="http://schemas.openxmlformats.org/presentationml/2006/main">
  <p:tag name="KSO_WM_SLIDE_BK_DARK_LIGHT" val="2"/>
  <p:tag name="KSO_WM_SLIDE_BACKGROUND_TYPE" val="general"/>
</p:tagLst>
</file>

<file path=ppt/tags/tag3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5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5.xml><?xml version="1.0" encoding="utf-8"?>
<p:tagLst xmlns:p="http://schemas.openxmlformats.org/presentationml/2006/main">
  <p:tag name="KSO_WM_SLIDE_BK_DARK_LIGHT" val="2"/>
  <p:tag name="KSO_WM_SLIDE_BACKGROUND_TYPE" val="general"/>
</p:tagLst>
</file>

<file path=ppt/tags/tag3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5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2.xml><?xml version="1.0" encoding="utf-8"?>
<p:tagLst xmlns:p="http://schemas.openxmlformats.org/presentationml/2006/main">
  <p:tag name="KSO_WM_SLIDE_BK_DARK_LIGHT" val="2"/>
  <p:tag name="KSO_WM_SLIDE_BACKGROUND_TYPE" val="general"/>
</p:tagLst>
</file>

<file path=ppt/tags/tag36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6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9.xml><?xml version="1.0" encoding="utf-8"?>
<p:tagLst xmlns:p="http://schemas.openxmlformats.org/presentationml/2006/main">
  <p:tag name="KSO_WM_SLIDE_BK_DARK_LIGHT" val="2"/>
  <p:tag name="KSO_WM_SLIDE_BACKGROUND_TYPE" val="general"/>
</p:tagLst>
</file>

<file path=ppt/tags/tag37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7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6.xml><?xml version="1.0" encoding="utf-8"?>
<p:tagLst xmlns:p="http://schemas.openxmlformats.org/presentationml/2006/main">
  <p:tag name="KSO_WM_SLIDE_BK_DARK_LIGHT" val="2"/>
  <p:tag name="KSO_WM_SLIDE_BACKGROUND_TYPE" val="general"/>
</p:tagLst>
</file>

<file path=ppt/tags/tag3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8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3.xml><?xml version="1.0" encoding="utf-8"?>
<p:tagLst xmlns:p="http://schemas.openxmlformats.org/presentationml/2006/main">
  <p:tag name="KSO_WM_SLIDE_BK_DARK_LIGHT" val="2"/>
  <p:tag name="KSO_WM_SLIDE_BACKGROUND_TYPE" val="general"/>
</p:tagLst>
</file>

<file path=ppt/tags/tag3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8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8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0.xml><?xml version="1.0" encoding="utf-8"?>
<p:tagLst xmlns:p="http://schemas.openxmlformats.org/presentationml/2006/main">
  <p:tag name="KSO_WM_SLIDE_BK_DARK_LIGHT" val="2"/>
  <p:tag name="KSO_WM_SLIDE_BACKGROUND_TYPE" val="general"/>
</p:tagLst>
</file>

<file path=ppt/tags/tag3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9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9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7.xml><?xml version="1.0" encoding="utf-8"?>
<p:tagLst xmlns:p="http://schemas.openxmlformats.org/presentationml/2006/main">
  <p:tag name="KSO_WM_SLIDE_BK_DARK_LIGHT" val="2"/>
  <p:tag name="KSO_WM_SLIDE_BACKGROUND_TYPE" val="general"/>
</p:tagLst>
</file>

<file path=ppt/tags/tag39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9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0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4.xml><?xml version="1.0" encoding="utf-8"?>
<p:tagLst xmlns:p="http://schemas.openxmlformats.org/presentationml/2006/main">
  <p:tag name="KSO_WM_SLIDE_BK_DARK_LIGHT" val="2"/>
  <p:tag name="KSO_WM_SLIDE_BACKGROUND_TYPE" val="general"/>
</p:tagLst>
</file>

<file path=ppt/tags/tag40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0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1.xml><?xml version="1.0" encoding="utf-8"?>
<p:tagLst xmlns:p="http://schemas.openxmlformats.org/presentationml/2006/main">
  <p:tag name="KSO_WM_SLIDE_BK_DARK_LIGHT" val="2"/>
  <p:tag name="KSO_WM_SLIDE_BACKGROUND_TYPE" val="general"/>
</p:tagLst>
</file>

<file path=ppt/tags/tag41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1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1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1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8.xml><?xml version="1.0" encoding="utf-8"?>
<p:tagLst xmlns:p="http://schemas.openxmlformats.org/presentationml/2006/main">
  <p:tag name="KSO_WM_SLIDE_BK_DARK_LIGHT" val="2"/>
  <p:tag name="KSO_WM_SLIDE_BACKGROUND_TYPE" val="general"/>
</p:tagLst>
</file>

<file path=ppt/tags/tag41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2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2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2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5.xml><?xml version="1.0" encoding="utf-8"?>
<p:tagLst xmlns:p="http://schemas.openxmlformats.org/presentationml/2006/main">
  <p:tag name="KSO_WM_SLIDE_BK_DARK_LIGHT" val="2"/>
  <p:tag name="KSO_WM_SLIDE_BACKGROUND_TYPE" val="general"/>
</p:tagLst>
</file>

<file path=ppt/tags/tag42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2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2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2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2.xml><?xml version="1.0" encoding="utf-8"?>
<p:tagLst xmlns:p="http://schemas.openxmlformats.org/presentationml/2006/main">
  <p:tag name="KSO_WM_SLIDE_BK_DARK_LIGHT" val="2"/>
  <p:tag name="KSO_WM_SLIDE_BACKGROUND_TYPE" val="general"/>
</p:tagLst>
</file>

<file path=ppt/tags/tag43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3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3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9.xml><?xml version="1.0" encoding="utf-8"?>
<p:tagLst xmlns:p="http://schemas.openxmlformats.org/presentationml/2006/main">
  <p:tag name="KSO_WM_SLIDE_BK_DARK_LIGHT" val="2"/>
  <p:tag name="KSO_WM_SLIDE_BACKGROUND_TYPE" val="general"/>
</p:tagLst>
</file>

<file path=ppt/tags/tag44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4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4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4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6.xml><?xml version="1.0" encoding="utf-8"?>
<p:tagLst xmlns:p="http://schemas.openxmlformats.org/presentationml/2006/main">
  <p:tag name="KSO_WM_UNIT_TABLE_BEAUTIFY" val="smartTable{11635c4f-5c17-4976-89c2-234f27147a8a}"/>
  <p:tag name="TABLE_ENDDRAG_ORIGIN_RECT" val="298*68"/>
  <p:tag name="TABLE_ENDDRAG_RECT" val="638*410*298*68"/>
</p:tagLst>
</file>

<file path=ppt/tags/tag447.xml><?xml version="1.0" encoding="utf-8"?>
<p:tagLst xmlns:p="http://schemas.openxmlformats.org/presentationml/2006/main">
  <p:tag name="KSO_WM_SLIDE_BK_DARK_LIGHT" val="2"/>
  <p:tag name="KSO_WM_SLIDE_BACKGROUND_TYPE" val="general"/>
</p:tagLst>
</file>

<file path=ppt/tags/tag4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5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5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4.xml><?xml version="1.0" encoding="utf-8"?>
<p:tagLst xmlns:p="http://schemas.openxmlformats.org/presentationml/2006/main">
  <p:tag name="KSO_WM_UNIT_TABLE_BEAUTIFY" val="smartTable{11635c4f-5c17-4976-89c2-234f27147a8a}"/>
  <p:tag name="TABLE_ENDDRAG_ORIGIN_RECT" val="298*68"/>
  <p:tag name="TABLE_ENDDRAG_RECT" val="638*410*298*68"/>
</p:tagLst>
</file>

<file path=ppt/tags/tag455.xml><?xml version="1.0" encoding="utf-8"?>
<p:tagLst xmlns:p="http://schemas.openxmlformats.org/presentationml/2006/main">
  <p:tag name="KSO_WM_SLIDE_BK_DARK_LIGHT" val="2"/>
  <p:tag name="KSO_WM_SLIDE_BACKGROUND_TYPE" val="general"/>
</p:tagLst>
</file>

<file path=ppt/tags/tag4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5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5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2.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7.xml><?xml version="1.0" encoding="utf-8"?>
<p:tagLst xmlns:p="http://schemas.openxmlformats.org/presentationml/2006/main">
  <p:tag name="KSO_WM_SLIDE_BK_DARK_LIGHT" val="2"/>
  <p:tag name="KSO_WM_SLIDE_BACKGROUND_TYPE" val="general"/>
</p:tagLst>
</file>

<file path=ppt/tags/tag46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6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7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3.xml><?xml version="1.0" encoding="utf-8"?>
<p:tagLst xmlns:p="http://schemas.openxmlformats.org/presentationml/2006/main">
  <p:tag name="KSO_WM_SLIDE_BK_DARK_LIGHT" val="2"/>
  <p:tag name="KSO_WM_SLIDE_BACKGROUND_TYPE" val="general"/>
</p:tagLst>
</file>

<file path=ppt/tags/tag4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7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9.xml><?xml version="1.0" encoding="utf-8"?>
<p:tagLst xmlns:p="http://schemas.openxmlformats.org/presentationml/2006/main">
  <p:tag name="KSO_WM_SLIDE_BK_DARK_LIGHT" val="2"/>
  <p:tag name="KSO_WM_SLIDE_BACKGROUND_TYPE" val="general"/>
</p:tagLst>
</file>

<file path=ppt/tags/tag4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5.xml><?xml version="1.0" encoding="utf-8"?>
<p:tagLst xmlns:p="http://schemas.openxmlformats.org/presentationml/2006/main">
  <p:tag name="KSO_WM_SLIDE_BK_DARK_LIGHT" val="2"/>
  <p:tag name="KSO_WM_SLIDE_BACKGROUND_TYPE" val="general"/>
</p:tagLst>
</file>

<file path=ppt/tags/tag4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5.xml><?xml version="1.0" encoding="utf-8"?>
<p:tagLst xmlns:p="http://schemas.openxmlformats.org/presentationml/2006/main">
  <p:tag name="KSO_WM_SLIDE_BK_DARK_LIGHT" val="2"/>
  <p:tag name="KSO_WM_SLIDE_BACKGROUND_TYPE" val="general"/>
</p:tagLst>
</file>

<file path=ppt/tags/tag49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9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9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2.xml><?xml version="1.0" encoding="utf-8"?>
<p:tagLst xmlns:p="http://schemas.openxmlformats.org/presentationml/2006/main">
  <p:tag name="KSO_WM_SLIDE_BK_DARK_LIGHT" val="2"/>
  <p:tag name="KSO_WM_SLIDE_BACKGROUND_TYPE" val="general"/>
</p:tagLst>
</file>

<file path=ppt/tags/tag50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0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0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9.xml><?xml version="1.0" encoding="utf-8"?>
<p:tagLst xmlns:p="http://schemas.openxmlformats.org/presentationml/2006/main">
  <p:tag name="KSO_WM_SLIDE_BK_DARK_LIGHT" val="2"/>
  <p:tag name="KSO_WM_SLIDE_BACKGROUND_TYPE" val="general"/>
</p:tagLst>
</file>

<file path=ppt/tags/tag51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1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1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6.xml><?xml version="1.0" encoding="utf-8"?>
<p:tagLst xmlns:p="http://schemas.openxmlformats.org/presentationml/2006/main">
  <p:tag name="KSO_WM_SLIDE_BK_DARK_LIGHT" val="2"/>
  <p:tag name="KSO_WM_SLIDE_BACKGROUND_TYPE" val="general"/>
</p:tagLst>
</file>

<file path=ppt/tags/tag51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1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1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4.xml><?xml version="1.0" encoding="utf-8"?>
<p:tagLst xmlns:p="http://schemas.openxmlformats.org/presentationml/2006/main">
  <p:tag name="KSO_WM_SLIDE_BK_DARK_LIGHT" val="2"/>
  <p:tag name="KSO_WM_SLIDE_BACKGROUND_TYPE" val="general"/>
</p:tagLst>
</file>

<file path=ppt/tags/tag52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2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2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0.xml><?xml version="1.0" encoding="utf-8"?>
<p:tagLst xmlns:p="http://schemas.openxmlformats.org/presentationml/2006/main">
  <p:tag name="KSO_WM_SLIDE_BK_DARK_LIGHT" val="2"/>
  <p:tag name="KSO_WM_SLIDE_BACKGROUND_TYPE" val="general"/>
</p:tagLst>
</file>

<file path=ppt/tags/tag53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6.xml><?xml version="1.0" encoding="utf-8"?>
<p:tagLst xmlns:p="http://schemas.openxmlformats.org/presentationml/2006/main">
  <p:tag name="KSO_WM_SLIDE_BK_DARK_LIGHT" val="2"/>
  <p:tag name="KSO_WM_SLIDE_BACKGROUND_TYPE" val="general"/>
</p:tagLst>
</file>

<file path=ppt/tags/tag53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2.xml><?xml version="1.0" encoding="utf-8"?>
<p:tagLst xmlns:p="http://schemas.openxmlformats.org/presentationml/2006/main">
  <p:tag name="KSO_WM_SLIDE_BK_DARK_LIGHT" val="2"/>
  <p:tag name="KSO_WM_SLIDE_BACKGROUND_TYPE" val="general"/>
</p:tagLst>
</file>

<file path=ppt/tags/tag5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4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8.xml><?xml version="1.0" encoding="utf-8"?>
<p:tagLst xmlns:p="http://schemas.openxmlformats.org/presentationml/2006/main">
  <p:tag name="KSO_WM_SLIDE_BK_DARK_LIGHT" val="2"/>
  <p:tag name="KSO_WM_SLIDE_BACKGROUND_TYPE" val="general"/>
</p:tagLst>
</file>

<file path=ppt/tags/tag5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5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4.xml><?xml version="1.0" encoding="utf-8"?>
<p:tagLst xmlns:p="http://schemas.openxmlformats.org/presentationml/2006/main">
  <p:tag name="KSO_WM_SLIDE_BK_DARK_LIGHT" val="2"/>
  <p:tag name="KSO_WM_SLIDE_BACKGROUND_TYPE" val="general"/>
</p:tagLst>
</file>

<file path=ppt/tags/tag55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5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0.xml><?xml version="1.0" encoding="utf-8"?>
<p:tagLst xmlns:p="http://schemas.openxmlformats.org/presentationml/2006/main">
  <p:tag name="KSO_WM_SLIDE_BK_DARK_LIGHT" val="2"/>
  <p:tag name="KSO_WM_SLIDE_BACKGROUND_TYPE" val="general"/>
</p:tagLst>
</file>

<file path=ppt/tags/tag56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6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6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56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6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66.xml><?xml version="1.0" encoding="utf-8"?>
<p:tagLst xmlns:p="http://schemas.openxmlformats.org/presentationml/2006/main">
  <p:tag name="KSO_WM_SLIDE_BK_DARK_LIGHT" val="2"/>
  <p:tag name="KSO_WM_SLIDE_BACKGROUND_TYPE" val="general"/>
</p:tagLst>
</file>

<file path=ppt/tags/tag56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6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6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2.xml><?xml version="1.0" encoding="utf-8"?>
<p:tagLst xmlns:p="http://schemas.openxmlformats.org/presentationml/2006/main">
  <p:tag name="KSO_WM_SLIDE_BK_DARK_LIGHT" val="2"/>
  <p:tag name="KSO_WM_SLIDE_BACKGROUND_TYPE" val="general"/>
</p:tagLst>
</file>

<file path=ppt/tags/tag57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7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8.xml><?xml version="1.0" encoding="utf-8"?>
<p:tagLst xmlns:p="http://schemas.openxmlformats.org/presentationml/2006/main">
  <p:tag name="KSO_WM_SLIDE_BK_DARK_LIGHT" val="2"/>
  <p:tag name="KSO_WM_SLIDE_BACKGROUND_TYPE" val="general"/>
</p:tagLst>
</file>

<file path=ppt/tags/tag5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8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4.xml><?xml version="1.0" encoding="utf-8"?>
<p:tagLst xmlns:p="http://schemas.openxmlformats.org/presentationml/2006/main">
  <p:tag name="KSO_WM_SLIDE_BK_DARK_LIGHT" val="2"/>
  <p:tag name="KSO_WM_SLIDE_BACKGROUND_TYPE" val="general"/>
</p:tagLst>
</file>

<file path=ppt/tags/tag5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8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0.xml><?xml version="1.0" encoding="utf-8"?>
<p:tagLst xmlns:p="http://schemas.openxmlformats.org/presentationml/2006/main">
  <p:tag name="KSO_WM_SLIDE_BK_DARK_LIGHT" val="2"/>
  <p:tag name="KSO_WM_SLIDE_BACKGROUND_TYPE" val="general"/>
</p:tagLst>
</file>

<file path=ppt/tags/tag5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6.xml><?xml version="1.0" encoding="utf-8"?>
<p:tagLst xmlns:p="http://schemas.openxmlformats.org/presentationml/2006/main">
  <p:tag name="KSO_WM_SLIDE_BK_DARK_LIGHT" val="2"/>
  <p:tag name="KSO_WM_SLIDE_BACKGROUND_TYPE" val="general"/>
</p:tagLst>
</file>

<file path=ppt/tags/tag59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2.xml><?xml version="1.0" encoding="utf-8"?>
<p:tagLst xmlns:p="http://schemas.openxmlformats.org/presentationml/2006/main">
  <p:tag name="KSO_WM_SLIDE_BK_DARK_LIGHT" val="2"/>
  <p:tag name="KSO_WM_SLIDE_BACKGROUND_TYPE" val="general"/>
</p:tagLst>
</file>

<file path=ppt/tags/tag60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0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0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8.xml><?xml version="1.0" encoding="utf-8"?>
<p:tagLst xmlns:p="http://schemas.openxmlformats.org/presentationml/2006/main">
  <p:tag name="KSO_WM_SLIDE_BK_DARK_LIGHT" val="2"/>
  <p:tag name="KSO_WM_SLIDE_BACKGROUND_TYPE" val="general"/>
</p:tagLst>
</file>

<file path=ppt/tags/tag60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1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11.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12.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1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14.xml><?xml version="1.0" encoding="utf-8"?>
<p:tagLst xmlns:p="http://schemas.openxmlformats.org/presentationml/2006/main">
  <p:tag name="KSO_WM_SLIDE_BK_DARK_LIGHT" val="2"/>
  <p:tag name="KSO_WM_SLIDE_BACKGROUND_TYPE" val="general"/>
</p:tagLst>
</file>

<file path=ppt/tags/tag61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1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1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0.xml><?xml version="1.0" encoding="utf-8"?>
<p:tagLst xmlns:p="http://schemas.openxmlformats.org/presentationml/2006/main">
  <p:tag name="KSO_WM_SLIDE_BK_DARK_LIGHT" val="2"/>
  <p:tag name="KSO_WM_SLIDE_BACKGROUND_TYPE" val="general"/>
</p:tagLst>
</file>

<file path=ppt/tags/tag62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6.xml><?xml version="1.0" encoding="utf-8"?>
<p:tagLst xmlns:p="http://schemas.openxmlformats.org/presentationml/2006/main">
  <p:tag name="KSO_WM_SLIDE_BK_DARK_LIGHT" val="2"/>
  <p:tag name="KSO_WM_SLIDE_BACKGROUND_TYPE" val="general"/>
</p:tagLst>
</file>

<file path=ppt/tags/tag62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9.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3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3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32.xml><?xml version="1.0" encoding="utf-8"?>
<p:tagLst xmlns:p="http://schemas.openxmlformats.org/presentationml/2006/main">
  <p:tag name="KSO_WM_SLIDE_BK_DARK_LIGHT" val="2"/>
  <p:tag name="KSO_WM_SLIDE_BACKGROUND_TYPE" val="general"/>
</p:tagLst>
</file>

<file path=ppt/tags/tag63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3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8.xml><?xml version="1.0" encoding="utf-8"?>
<p:tagLst xmlns:p="http://schemas.openxmlformats.org/presentationml/2006/main">
  <p:tag name="KSO_WM_SLIDE_BK_DARK_LIGHT" val="2"/>
  <p:tag name="KSO_WM_SLIDE_BACKGROUND_TYPE" val="general"/>
</p:tagLst>
</file>

<file path=ppt/tags/tag63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4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4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42.xml><?xml version="1.0" encoding="utf-8"?>
<p:tagLst xmlns:p="http://schemas.openxmlformats.org/presentationml/2006/main">
  <p:tag name="KSO_WM_SLIDE_BK_DARK_LIGHT" val="2"/>
  <p:tag name="KSO_WM_SLIDE_BACKGROUND_TYPE" val="general"/>
</p:tagLst>
</file>

<file path=ppt/tags/tag6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4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8.xml><?xml version="1.0" encoding="utf-8"?>
<p:tagLst xmlns:p="http://schemas.openxmlformats.org/presentationml/2006/main">
  <p:tag name="KSO_WM_SLIDE_BK_DARK_LIGHT" val="2"/>
  <p:tag name="KSO_WM_SLIDE_BACKGROUND_TYPE" val="general"/>
</p:tagLst>
</file>

<file path=ppt/tags/tag6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4.xml><?xml version="1.0" encoding="utf-8"?>
<p:tagLst xmlns:p="http://schemas.openxmlformats.org/presentationml/2006/main">
  <p:tag name="KSO_WM_SLIDE_BK_DARK_LIGHT" val="2"/>
  <p:tag name="KSO_WM_SLIDE_BACKGROUND_TYPE" val="general"/>
</p:tagLst>
</file>

<file path=ppt/tags/tag65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0.xml><?xml version="1.0" encoding="utf-8"?>
<p:tagLst xmlns:p="http://schemas.openxmlformats.org/presentationml/2006/main">
  <p:tag name="KSO_WM_SLIDE_BK_DARK_LIGHT" val="2"/>
  <p:tag name="KSO_WM_SLIDE_BACKGROUND_TYPE" val="general"/>
</p:tagLst>
</file>

<file path=ppt/tags/tag66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6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6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6.xml><?xml version="1.0" encoding="utf-8"?>
<p:tagLst xmlns:p="http://schemas.openxmlformats.org/presentationml/2006/main">
  <p:tag name="KSO_WM_SLIDE_BK_DARK_LIGHT" val="2"/>
  <p:tag name="KSO_WM_SLIDE_BACKGROUND_TYPE" val="general"/>
</p:tagLst>
</file>

<file path=ppt/tags/tag66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6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6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2.xml><?xml version="1.0" encoding="utf-8"?>
<p:tagLst xmlns:p="http://schemas.openxmlformats.org/presentationml/2006/main">
  <p:tag name="KSO_WM_SLIDE_BK_DARK_LIGHT" val="2"/>
  <p:tag name="KSO_WM_SLIDE_BACKGROUND_TYPE" val="general"/>
</p:tagLst>
</file>

<file path=ppt/tags/tag67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5.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7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7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78.xml><?xml version="1.0" encoding="utf-8"?>
<p:tagLst xmlns:p="http://schemas.openxmlformats.org/presentationml/2006/main">
  <p:tag name="KSO_WM_SLIDE_BK_DARK_LIGHT" val="2"/>
  <p:tag name="KSO_WM_SLIDE_BACKGROUND_TYPE" val="general"/>
</p:tagLst>
</file>

<file path=ppt/tags/tag6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4.xml><?xml version="1.0" encoding="utf-8"?>
<p:tagLst xmlns:p="http://schemas.openxmlformats.org/presentationml/2006/main">
  <p:tag name="KSO_WM_SLIDE_BK_DARK_LIGHT" val="2"/>
  <p:tag name="KSO_WM_SLIDE_BACKGROUND_TYPE" val="general"/>
</p:tagLst>
</file>

<file path=ppt/tags/tag6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0.xml><?xml version="1.0" encoding="utf-8"?>
<p:tagLst xmlns:p="http://schemas.openxmlformats.org/presentationml/2006/main">
  <p:tag name="KSO_WM_SLIDE_BK_DARK_LIGHT" val="2"/>
  <p:tag name="KSO_WM_SLIDE_BACKGROUND_TYPE" val="general"/>
</p:tagLst>
</file>

<file path=ppt/tags/tag6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9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6.xml><?xml version="1.0" encoding="utf-8"?>
<p:tagLst xmlns:p="http://schemas.openxmlformats.org/presentationml/2006/main">
  <p:tag name="KSO_WM_SLIDE_BK_DARK_LIGHT" val="2"/>
  <p:tag name="KSO_WM_SLIDE_BACKGROUND_TYPE" val="general"/>
</p:tagLst>
</file>

<file path=ppt/tags/tag69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9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9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1.xml><?xml version="1.0" encoding="utf-8"?>
<p:tagLst xmlns:p="http://schemas.openxmlformats.org/presentationml/2006/main">
  <p:tag name="KSO_WM_SLIDE_BK_DARK_LIGHT" val="2"/>
  <p:tag name="KSO_WM_SLIDE_BACKGROUND_TYPE" val="general"/>
</p:tagLst>
</file>

<file path=ppt/tags/tag70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6.xml><?xml version="1.0" encoding="utf-8"?>
<p:tagLst xmlns:p="http://schemas.openxmlformats.org/presentationml/2006/main">
  <p:tag name="KSO_WM_SLIDE_BK_DARK_LIGHT" val="2"/>
  <p:tag name="KSO_WM_SLIDE_BACKGROUND_TYPE" val="general"/>
</p:tagLst>
</file>

<file path=ppt/tags/tag7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1.xml><?xml version="1.0" encoding="utf-8"?>
<p:tagLst xmlns:p="http://schemas.openxmlformats.org/presentationml/2006/main">
  <p:tag name="KSO_WM_SLIDE_BK_DARK_LIGHT" val="2"/>
  <p:tag name="KSO_WM_SLIDE_BACKGROUND_TYPE" val="general"/>
</p:tagLst>
</file>

<file path=ppt/tags/tag71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1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1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6.xml><?xml version="1.0" encoding="utf-8"?>
<p:tagLst xmlns:p="http://schemas.openxmlformats.org/presentationml/2006/main">
  <p:tag name="KSO_WM_SLIDE_BK_DARK_LIGHT" val="2"/>
  <p:tag name="KSO_WM_SLIDE_BACKGROUND_TYPE" val="general"/>
</p:tagLst>
</file>

<file path=ppt/tags/tag71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1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1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1.xml><?xml version="1.0" encoding="utf-8"?>
<p:tagLst xmlns:p="http://schemas.openxmlformats.org/presentationml/2006/main">
  <p:tag name="KSO_WM_SLIDE_BK_DARK_LIGHT" val="2"/>
  <p:tag name="KSO_WM_SLIDE_BACKGROUND_TYPE" val="general"/>
</p:tagLst>
</file>

<file path=ppt/tags/tag72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2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24.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72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2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27.xml><?xml version="1.0" encoding="utf-8"?>
<p:tagLst xmlns:p="http://schemas.openxmlformats.org/presentationml/2006/main">
  <p:tag name="KSO_WM_SLIDE_BK_DARK_LIGHT" val="2"/>
  <p:tag name="KSO_WM_SLIDE_BACKGROUND_TYPE" val="general"/>
</p:tagLst>
</file>

<file path=ppt/tags/tag72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2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3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2.xml><?xml version="1.0" encoding="utf-8"?>
<p:tagLst xmlns:p="http://schemas.openxmlformats.org/presentationml/2006/main">
  <p:tag name="KSO_WM_SLIDE_BK_DARK_LIGHT" val="2"/>
  <p:tag name="KSO_WM_SLIDE_BACKGROUND_TYPE" val="general"/>
</p:tagLst>
</file>

<file path=ppt/tags/tag73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3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7.xml><?xml version="1.0" encoding="utf-8"?>
<p:tagLst xmlns:p="http://schemas.openxmlformats.org/presentationml/2006/main">
  <p:tag name="KSO_WM_SLIDE_BK_DARK_LIGHT" val="2"/>
  <p:tag name="KSO_WM_SLIDE_BACKGROUND_TYPE" val="general"/>
</p:tagLst>
</file>

<file path=ppt/tags/tag738.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4421_40*a*1"/>
  <p:tag name="KSO_WM_TEMPLATE_CATEGORY" val="custom"/>
  <p:tag name="KSO_WM_TEMPLATE_INDEX" val="20204421"/>
  <p:tag name="KSO_WM_UNIT_LAYERLEVEL" val="1"/>
  <p:tag name="KSO_WM_TAG_VERSION" val="1.0"/>
  <p:tag name="KSO_WM_BEAUTIFY_FLAG" val="#wm#"/>
  <p:tag name="KSO_WM_UNIT_PRESET_TEXT" val="谢谢聆听"/>
  <p:tag name="KSO_WM_UNIT_TEXT_FILL_FORE_SCHEMECOLOR_INDEX_BRIGHTNESS" val="0.15"/>
  <p:tag name="KSO_WM_UNIT_TEXT_FILL_FORE_SCHEMECOLOR_INDEX" val="13"/>
  <p:tag name="KSO_WM_UNIT_TEXT_FILL_TYPE" val="1"/>
</p:tagLst>
</file>

<file path=ppt/tags/tag739.xml><?xml version="1.0" encoding="utf-8"?>
<p:tagLst xmlns:p="http://schemas.openxmlformats.org/presentationml/2006/main">
  <p:tag name="KSO_WM_UNIT_ISCONTENTSTITLE" val="0"/>
  <p:tag name="KSO_WM_UNIT_ISNUMDGMTITLE" val="0"/>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custom20204421_40*b*1"/>
  <p:tag name="KSO_WM_TEMPLATE_CATEGORY" val="custom"/>
  <p:tag name="KSO_WM_TEMPLATE_INDEX" val="20204421"/>
  <p:tag name="KSO_WM_UNIT_LAYERLEVEL" val="1"/>
  <p:tag name="KSO_WM_TAG_VERSION" val="1.0"/>
  <p:tag name="KSO_WM_BEAUTIFY_FLAG" val="#wm#"/>
  <p:tag name="KSO_WM_UNIT_PRESET_TEXT" val="单击此处添加副标题内容"/>
  <p:tag name="KSO_WM_UNIT_TEXT_FILL_FORE_SCHEMECOLOR_INDEX_BRIGHTNESS" val="0.35"/>
  <p:tag name="KSO_WM_UNIT_TEXT_FILL_FORE_SCHEMECOLOR_INDEX" val="13"/>
  <p:tag name="KSO_WM_UNIT_TEXT_FILL_TYPE" val="1"/>
</p:tagLst>
</file>

<file path=ppt/tags/tag740.xml><?xml version="1.0" encoding="utf-8"?>
<p:tagLst xmlns:p="http://schemas.openxmlformats.org/presentationml/2006/main">
  <p:tag name="KSO_WM_SLIDE_ID" val="custom20204421_40"/>
  <p:tag name="KSO_WM_TEMPLATE_SUBCATEGORY" val="0"/>
  <p:tag name="KSO_WM_TEMPLATE_MASTER_TYPE" val="1"/>
  <p:tag name="KSO_WM_TEMPLATE_COLOR_TYPE" val="1"/>
  <p:tag name="KSO_WM_SLIDE_TYPE" val="endPage"/>
  <p:tag name="KSO_WM_SLIDE_SUBTYPE" val="pureTxt"/>
  <p:tag name="KSO_WM_SLIDE_ITEM_CNT" val="0"/>
  <p:tag name="KSO_WM_SLIDE_INDEX" val="40"/>
  <p:tag name="KSO_WM_TAG_VERSION" val="1.0"/>
  <p:tag name="KSO_WM_BEAUTIFY_FLAG" val="#wm#"/>
  <p:tag name="KSO_WM_TEMPLATE_CATEGORY" val="custom"/>
  <p:tag name="KSO_WM_TEMPLATE_INDEX" val="20204421"/>
  <p:tag name="KSO_WM_SLIDE_LAYOUT" val="a_b"/>
  <p:tag name="KSO_WM_SLIDE_LAYOUT_CNT" val="1_1"/>
</p:tagLst>
</file>

<file path=ppt/tags/tag741.xml><?xml version="1.0" encoding="utf-8"?>
<p:tagLst xmlns:p="http://schemas.openxmlformats.org/presentationml/2006/main">
  <p:tag name="commondata" val="eyJoZGlkIjoiNWE2NGRmNGU1YmVjNDFiZmRiNDRjNGUyYjZiZTk5YWYifQ=="/>
</p:tagLst>
</file>

<file path=ppt/theme/theme1.xml><?xml version="1.0" encoding="utf-8"?>
<a:theme xmlns:a="http://schemas.openxmlformats.org/drawingml/2006/main" name="51PPT模板网">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odu3lie">
      <a:majorFont>
        <a:latin typeface="HarmonyOS Sans SC Light"/>
        <a:ea typeface="阿里巴巴普惠体 2.0 55 Regular"/>
        <a:cs typeface=""/>
      </a:majorFont>
      <a:minorFont>
        <a:latin typeface="HarmonyOS Sans SC Light"/>
        <a:ea typeface="阿里巴巴普惠体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EAECEF"/>
      </a:dk2>
      <a:lt2>
        <a:srgbClr val="FBFBFC"/>
      </a:lt2>
      <a:accent1>
        <a:srgbClr val="3C78B9"/>
      </a:accent1>
      <a:accent2>
        <a:srgbClr val="1D7D8E"/>
      </a:accent2>
      <a:accent3>
        <a:srgbClr val="2A7850"/>
      </a:accent3>
      <a:accent4>
        <a:srgbClr val="576829"/>
      </a:accent4>
      <a:accent5>
        <a:srgbClr val="925022"/>
      </a:accent5>
      <a:accent6>
        <a:srgbClr val="B73C3A"/>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10703</Words>
  <Application>WPS 演示</Application>
  <PresentationFormat>宽屏</PresentationFormat>
  <Paragraphs>866</Paragraphs>
  <Slides>88</Slides>
  <Notes>88</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88</vt:i4>
      </vt:variant>
    </vt:vector>
  </HeadingPairs>
  <TitlesOfParts>
    <vt:vector size="110" baseType="lpstr">
      <vt:lpstr>Arial</vt:lpstr>
      <vt:lpstr>宋体</vt:lpstr>
      <vt:lpstr>Wingdings</vt:lpstr>
      <vt:lpstr>阿里巴巴普惠体 2.0 115 Black</vt:lpstr>
      <vt:lpstr>MiSans Semibold</vt:lpstr>
      <vt:lpstr>MiSans Heavy</vt:lpstr>
      <vt:lpstr>楷体</vt:lpstr>
      <vt:lpstr>HarmonyOS Sans SC Light</vt:lpstr>
      <vt:lpstr>AMGDT</vt:lpstr>
      <vt:lpstr>阿里巴巴普惠体 2.0 55 Regular</vt:lpstr>
      <vt:lpstr>微软雅黑</vt:lpstr>
      <vt:lpstr>Arial Unicode MS</vt:lpstr>
      <vt:lpstr>等线</vt:lpstr>
      <vt:lpstr>Calibri</vt:lpstr>
      <vt:lpstr>Times New Roman</vt:lpstr>
      <vt:lpstr>Wingdings</vt:lpstr>
      <vt:lpstr>汉仪全唐诗简</vt:lpstr>
      <vt:lpstr>阿里巴巴普惠体 2.0 55 Regular</vt:lpstr>
      <vt:lpstr>汉仪旗黑-85S</vt:lpstr>
      <vt:lpstr>黑体</vt:lpstr>
      <vt:lpstr>51PPT模板网</vt:lpstr>
      <vt:lpstr>1_Office 主题​​</vt:lpstr>
      <vt:lpstr>最终评审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vt:lpstr>
    </vt:vector>
  </TitlesOfParts>
  <Company>www.51pptmoban.com</Company>
  <LinksUpToDate>false</LinksUpToDate>
  <SharedDoc>false</SharedDoc>
  <HyperlinksChanged>false</HyperlinksChanged>
  <AppVersion>14.0000</AppVersion>
  <Manager>51PPT模板网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流体几何风工作总结报告商务通用PPT模板</dc:title>
  <dc:creator>©51PPT模板网（www.51pptmoban.com）</dc:creator>
  <cp:keywords>版权归属：51PPT模板网</cp:keywords>
  <dc:description>51PPT模板网，幻灯片演示模板及素材免费下载！
51PPT模板网 唯一访问网址：www.51pptmoban.com</dc:description>
  <cp:lastModifiedBy>你好，陌路人</cp:lastModifiedBy>
  <cp:revision>72</cp:revision>
  <dcterms:created xsi:type="dcterms:W3CDTF">2025-03-02T08:53:00Z</dcterms:created>
  <dcterms:modified xsi:type="dcterms:W3CDTF">2025-06-14T13:21:54Z</dcterms:modified>
  <cp:version>51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655F76B3B8214679871ACCB529164C79_12</vt:lpwstr>
  </property>
  <property fmtid="{D5CDD505-2E9C-101B-9397-08002B2CF9AE}" pid="3" name="KSOProductBuildVer">
    <vt:lpwstr>2052-12.1.0.16120</vt:lpwstr>
  </property>
</Properties>
</file>