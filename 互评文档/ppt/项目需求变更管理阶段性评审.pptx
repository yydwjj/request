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83" r:id="rId9"/>
    <p:sldId id="285" r:id="rId10"/>
    <p:sldId id="261" r:id="rId11"/>
    <p:sldId id="271" r:id="rId12"/>
    <p:sldId id="262" r:id="rId13"/>
    <p:sldId id="273" r:id="rId14"/>
    <p:sldId id="272" r:id="rId15"/>
    <p:sldId id="275" r:id="rId16"/>
    <p:sldId id="274" r:id="rId17"/>
    <p:sldId id="264" r:id="rId18"/>
    <p:sldId id="265" r:id="rId19"/>
    <p:sldId id="267" r:id="rId20"/>
    <p:sldId id="268" r:id="rId21"/>
    <p:sldId id="270" r:id="rId22"/>
  </p:sldIdLst>
  <p:sldSz cx="9144000" cy="5143500"/>
  <p:notesSz cx="5143500" cy="9144000"/>
  <p:custDataLst>
    <p:tags r:id="rId2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4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CC35F0-40B5-460D-A737-FC2ACF235663}" type="doc">
      <dgm:prSet loTypeId="relationship" loCatId="relationship" qsTypeId="urn:microsoft.com/office/officeart/2005/8/quickstyle/simple3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5517B846-E84C-4864-89B5-1273D93BC899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/>
            <a:t>CCB</a:t>
          </a:r>
          <a:r>
            <a:rPr lang="zh-CN" altLang="en-US"/>
            <a:t>组长</a:t>
          </a:r>
          <a:r>
            <a:rPr lang="zh-CN" altLang="en-US"/>
            <a:t/>
          </a:r>
          <a:endParaRPr lang="zh-CN" altLang="en-US"/>
        </a:p>
      </dgm:t>
    </dgm:pt>
    <dgm:pt modelId="{A2D4F7F4-4D7B-4483-B239-95405595478C}" cxnId="{4A20F16A-D132-4D88-8F47-9A27FDDBCCB8}" type="parTrans">
      <dgm:prSet/>
      <dgm:spPr/>
      <dgm:t>
        <a:bodyPr/>
        <a:p>
          <a:endParaRPr lang="zh-CN" altLang="en-US"/>
        </a:p>
      </dgm:t>
    </dgm:pt>
    <dgm:pt modelId="{2B544C9C-8E05-42F5-9212-6599E4B2ECE4}" cxnId="{4A20F16A-D132-4D88-8F47-9A27FDDBCCB8}" type="sibTrans">
      <dgm:prSet/>
      <dgm:spPr/>
      <dgm:t>
        <a:bodyPr/>
        <a:p>
          <a:endParaRPr lang="zh-CN" altLang="en-US"/>
        </a:p>
      </dgm:t>
    </dgm:pt>
    <dgm:pt modelId="{DCD7ECA2-2D44-4DD3-A485-E68F87783744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/>
            <a:t>郭伟进</a:t>
          </a:r>
          <a:endParaRPr lang="zh-CN" altLang="en-US"/>
        </a:p>
      </dgm:t>
    </dgm:pt>
    <dgm:pt modelId="{01D15587-7CA2-411A-BE30-B5D76E9735EB}" cxnId="{B8908A11-4D2B-4FE6-863A-37AF834F1CD8}" type="parTrans">
      <dgm:prSet/>
      <dgm:spPr/>
      <dgm:t>
        <a:bodyPr/>
        <a:p>
          <a:endParaRPr lang="zh-CN" altLang="en-US"/>
        </a:p>
      </dgm:t>
    </dgm:pt>
    <dgm:pt modelId="{D9EBDF9D-6177-42D1-A920-D45BC9B43FC5}" cxnId="{B8908A11-4D2B-4FE6-863A-37AF834F1CD8}" type="sibTrans">
      <dgm:prSet/>
      <dgm:spPr/>
      <dgm:t>
        <a:bodyPr/>
        <a:p>
          <a:endParaRPr lang="zh-CN" altLang="en-US"/>
        </a:p>
      </dgm:t>
    </dgm:pt>
    <dgm:pt modelId="{E400A229-425E-4517-A4E8-259BA4F1D641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/>
            <a:t>CCB</a:t>
          </a:r>
          <a:r>
            <a:rPr lang="zh-CN" altLang="en-US"/>
            <a:t>成员</a:t>
          </a:r>
          <a:r>
            <a:rPr lang="zh-CN" altLang="en-US"/>
            <a:t/>
          </a:r>
          <a:endParaRPr lang="zh-CN" altLang="en-US"/>
        </a:p>
      </dgm:t>
    </dgm:pt>
    <dgm:pt modelId="{744BE3E2-E194-42E7-941A-C0F41144EE1E}" cxnId="{5169463C-4A8D-482B-85BA-26D01FB08B29}" type="parTrans">
      <dgm:prSet/>
      <dgm:spPr/>
      <dgm:t>
        <a:bodyPr/>
        <a:p>
          <a:endParaRPr lang="zh-CN" altLang="en-US"/>
        </a:p>
      </dgm:t>
    </dgm:pt>
    <dgm:pt modelId="{34CF2285-61E3-46B7-8454-DD4724942BE4}" cxnId="{5169463C-4A8D-482B-85BA-26D01FB08B29}" type="sibTrans">
      <dgm:prSet/>
      <dgm:spPr/>
      <dgm:t>
        <a:bodyPr/>
        <a:p>
          <a:endParaRPr lang="zh-CN" altLang="en-US"/>
        </a:p>
      </dgm:t>
    </dgm:pt>
    <dgm:pt modelId="{919B0E3A-CDEA-42FC-B66E-397405DAE14B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/>
            <a:t>阮精特</a:t>
          </a:r>
          <a:endParaRPr lang="zh-CN" altLang="en-US"/>
        </a:p>
      </dgm:t>
    </dgm:pt>
    <dgm:pt modelId="{765A7463-79A9-413A-8CAF-6C8736DF737E}" cxnId="{B2E06C2A-E024-4A26-B9A4-1477A43287B1}" type="parTrans">
      <dgm:prSet/>
      <dgm:spPr/>
      <dgm:t>
        <a:bodyPr/>
        <a:p>
          <a:endParaRPr lang="zh-CN" altLang="en-US"/>
        </a:p>
      </dgm:t>
    </dgm:pt>
    <dgm:pt modelId="{80820266-7227-487E-A6BE-5F11438118AA}" cxnId="{B2E06C2A-E024-4A26-B9A4-1477A43287B1}" type="sibTrans">
      <dgm:prSet/>
      <dgm:spPr/>
      <dgm:t>
        <a:bodyPr/>
        <a:p>
          <a:endParaRPr lang="zh-CN" altLang="en-US"/>
        </a:p>
      </dgm:t>
    </dgm:pt>
    <dgm:pt modelId="{E4931E8F-11B9-4A4A-B71C-F4F8CBF2A501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/>
            <a:t>CCB</a:t>
          </a:r>
          <a:r>
            <a:rPr lang="zh-CN" altLang="en-US"/>
            <a:t>成员</a:t>
          </a:r>
          <a:r>
            <a:rPr lang="zh-CN" altLang="en-US"/>
            <a:t/>
          </a:r>
          <a:endParaRPr lang="zh-CN" altLang="en-US"/>
        </a:p>
      </dgm:t>
    </dgm:pt>
    <dgm:pt modelId="{A8B9A657-6E7B-4ED3-AB00-98E9F913A785}" cxnId="{3BF81734-C0F3-4E9A-A5B4-35B3B3A80F1E}" type="parTrans">
      <dgm:prSet/>
      <dgm:spPr/>
      <dgm:t>
        <a:bodyPr/>
        <a:p>
          <a:endParaRPr lang="zh-CN" altLang="en-US"/>
        </a:p>
      </dgm:t>
    </dgm:pt>
    <dgm:pt modelId="{18A58144-A08A-4AA2-87B4-A1B3BEF9B79D}" cxnId="{3BF81734-C0F3-4E9A-A5B4-35B3B3A80F1E}" type="sibTrans">
      <dgm:prSet/>
      <dgm:spPr/>
      <dgm:t>
        <a:bodyPr/>
        <a:p>
          <a:endParaRPr lang="zh-CN" altLang="en-US"/>
        </a:p>
      </dgm:t>
    </dgm:pt>
    <dgm:pt modelId="{361BA5B7-354B-4EAC-B26A-B7FD60556191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/>
            <a:t>范品樟</a:t>
          </a:r>
          <a:endParaRPr lang="zh-CN" altLang="en-US"/>
        </a:p>
      </dgm:t>
    </dgm:pt>
    <dgm:pt modelId="{207C86C1-8D3B-40C5-9EDC-2EE4D5F386D1}" cxnId="{DC84CB93-3152-47D6-8C9F-4112E99B2361}" type="parTrans">
      <dgm:prSet/>
      <dgm:spPr/>
      <dgm:t>
        <a:bodyPr/>
        <a:p>
          <a:endParaRPr lang="zh-CN" altLang="en-US"/>
        </a:p>
      </dgm:t>
    </dgm:pt>
    <dgm:pt modelId="{E71CB000-DA61-41E3-8489-034910B917C4}" cxnId="{DC84CB93-3152-47D6-8C9F-4112E99B2361}" type="sibTrans">
      <dgm:prSet/>
      <dgm:spPr/>
      <dgm:t>
        <a:bodyPr/>
        <a:p>
          <a:endParaRPr lang="zh-CN" altLang="en-US"/>
        </a:p>
      </dgm:t>
    </dgm:pt>
    <dgm:pt modelId="{68BD68BC-1A6F-4897-AE58-D220871191CC}" type="pres">
      <dgm:prSet presAssocID="{CECC35F0-40B5-460D-A737-FC2ACF235663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DF7CCDCB-1FEF-446D-879C-7B573A150A85}" type="pres">
      <dgm:prSet presAssocID="{CECC35F0-40B5-460D-A737-FC2ACF235663}" presName="cycle" presStyleCnt="0"/>
      <dgm:spPr/>
    </dgm:pt>
    <dgm:pt modelId="{42504826-0B2E-42B2-89E0-6C444D015311}" type="pres">
      <dgm:prSet presAssocID="{CECC35F0-40B5-460D-A737-FC2ACF235663}" presName="centerShape" presStyleCnt="0"/>
      <dgm:spPr/>
    </dgm:pt>
    <dgm:pt modelId="{85032AF7-CC0A-43B1-ADBC-12E888570430}" type="pres">
      <dgm:prSet presAssocID="{CECC35F0-40B5-460D-A737-FC2ACF235663}" presName="connSite" presStyleCnt="0"/>
      <dgm:spPr/>
    </dgm:pt>
    <dgm:pt modelId="{CE974068-7363-48BA-8A56-58FC71B522DC}" type="pres">
      <dgm:prSet presAssocID="{CECC35F0-40B5-460D-A737-FC2ACF235663}" presName="visible" presStyleLbl="node1" presStyleIdx="0" presStyleCnt="4"/>
      <dgm:spPr/>
    </dgm:pt>
    <dgm:pt modelId="{CFE719B1-FDDF-4968-9D26-52CE098EA344}" type="pres">
      <dgm:prSet presAssocID="{A2D4F7F4-4D7B-4483-B239-95405595478C}" presName="Name25" presStyleLbl="parChTrans1D1" presStyleIdx="0" presStyleCnt="3"/>
      <dgm:spPr/>
    </dgm:pt>
    <dgm:pt modelId="{269D1A46-C3B2-412B-A63B-90077459CAEC}" type="pres">
      <dgm:prSet presAssocID="{5517B846-E84C-4864-89B5-1273D93BC899}" presName="node" presStyleCnt="0"/>
      <dgm:spPr/>
    </dgm:pt>
    <dgm:pt modelId="{B9FD9A9B-F5B2-41C6-AA4C-23B98CB4FBF3}" type="pres">
      <dgm:prSet presAssocID="{5517B846-E84C-4864-89B5-1273D93BC899}" presName="parentNode" presStyleLbl="node1" presStyleIdx="1" presStyleCnt="4">
        <dgm:presLayoutVars>
          <dgm:chMax val="1"/>
          <dgm:bulletEnabled val="1"/>
        </dgm:presLayoutVars>
      </dgm:prSet>
      <dgm:spPr/>
    </dgm:pt>
    <dgm:pt modelId="{4B22126E-6F7A-4ADB-A489-ACBD46EA330A}" type="pres">
      <dgm:prSet presAssocID="{5517B846-E84C-4864-89B5-1273D93BC899}" presName="childNode" presStyleLbl="revTx" presStyleIdx="0" presStyleCnt="3">
        <dgm:presLayoutVars>
          <dgm:bulletEnabled val="1"/>
        </dgm:presLayoutVars>
      </dgm:prSet>
      <dgm:spPr/>
    </dgm:pt>
    <dgm:pt modelId="{DB5F8B40-7FFB-4BF2-AB97-4DD23BBB3CB3}" type="pres">
      <dgm:prSet presAssocID="{744BE3E2-E194-42E7-941A-C0F41144EE1E}" presName="Name25" presStyleLbl="parChTrans1D1" presStyleIdx="1" presStyleCnt="3"/>
      <dgm:spPr/>
    </dgm:pt>
    <dgm:pt modelId="{66D0D311-5AB8-4EC8-ABBC-B19EB1C7F0C4}" type="pres">
      <dgm:prSet presAssocID="{E400A229-425E-4517-A4E8-259BA4F1D641}" presName="node" presStyleCnt="0"/>
      <dgm:spPr/>
    </dgm:pt>
    <dgm:pt modelId="{8C52F264-3E24-4EC4-9000-82B4D521C9E0}" type="pres">
      <dgm:prSet presAssocID="{E400A229-425E-4517-A4E8-259BA4F1D641}" presName="parentNode" presStyleLbl="node1" presStyleIdx="2" presStyleCnt="4">
        <dgm:presLayoutVars>
          <dgm:chMax val="1"/>
          <dgm:bulletEnabled val="1"/>
        </dgm:presLayoutVars>
      </dgm:prSet>
      <dgm:spPr/>
    </dgm:pt>
    <dgm:pt modelId="{22A9452E-DB9D-4347-9D41-D29067BCCCC1}" type="pres">
      <dgm:prSet presAssocID="{E400A229-425E-4517-A4E8-259BA4F1D641}" presName="childNode" presStyleLbl="revTx" presStyleIdx="1" presStyleCnt="3">
        <dgm:presLayoutVars>
          <dgm:bulletEnabled val="1"/>
        </dgm:presLayoutVars>
      </dgm:prSet>
      <dgm:spPr/>
    </dgm:pt>
    <dgm:pt modelId="{863C0671-E2AB-40BD-AF6E-9FA09F369FF0}" type="pres">
      <dgm:prSet presAssocID="{A8B9A657-6E7B-4ED3-AB00-98E9F913A785}" presName="Name25" presStyleLbl="parChTrans1D1" presStyleIdx="2" presStyleCnt="3"/>
      <dgm:spPr/>
    </dgm:pt>
    <dgm:pt modelId="{A2B55D64-F506-4444-9F04-08EB2F045FE5}" type="pres">
      <dgm:prSet presAssocID="{E4931E8F-11B9-4A4A-B71C-F4F8CBF2A501}" presName="node" presStyleCnt="0"/>
      <dgm:spPr/>
    </dgm:pt>
    <dgm:pt modelId="{A4594B93-3116-410F-A9B6-83291B1F28AD}" type="pres">
      <dgm:prSet presAssocID="{E4931E8F-11B9-4A4A-B71C-F4F8CBF2A501}" presName="parentNode" presStyleLbl="node1" presStyleIdx="3" presStyleCnt="4">
        <dgm:presLayoutVars>
          <dgm:chMax val="1"/>
          <dgm:bulletEnabled val="1"/>
        </dgm:presLayoutVars>
      </dgm:prSet>
      <dgm:spPr/>
    </dgm:pt>
    <dgm:pt modelId="{A27E8F25-3FF6-4BDB-AC60-BAC2D7C34B3C}" type="pres">
      <dgm:prSet presAssocID="{E4931E8F-11B9-4A4A-B71C-F4F8CBF2A501}" presName="childNode" presStyleLbl="revTx" presStyleIdx="2" presStyleCnt="3">
        <dgm:presLayoutVars>
          <dgm:bulletEnabled val="1"/>
        </dgm:presLayoutVars>
      </dgm:prSet>
      <dgm:spPr/>
    </dgm:pt>
  </dgm:ptLst>
  <dgm:cxnLst>
    <dgm:cxn modelId="{4A20F16A-D132-4D88-8F47-9A27FDDBCCB8}" srcId="{CECC35F0-40B5-460D-A737-FC2ACF235663}" destId="{5517B846-E84C-4864-89B5-1273D93BC899}" srcOrd="0" destOrd="0" parTransId="{A2D4F7F4-4D7B-4483-B239-95405595478C}" sibTransId="{2B544C9C-8E05-42F5-9212-6599E4B2ECE4}"/>
    <dgm:cxn modelId="{B8908A11-4D2B-4FE6-863A-37AF834F1CD8}" srcId="{5517B846-E84C-4864-89B5-1273D93BC899}" destId="{DCD7ECA2-2D44-4DD3-A485-E68F87783744}" srcOrd="0" destOrd="0" parTransId="{01D15587-7CA2-411A-BE30-B5D76E9735EB}" sibTransId="{D9EBDF9D-6177-42D1-A920-D45BC9B43FC5}"/>
    <dgm:cxn modelId="{5169463C-4A8D-482B-85BA-26D01FB08B29}" srcId="{CECC35F0-40B5-460D-A737-FC2ACF235663}" destId="{E400A229-425E-4517-A4E8-259BA4F1D641}" srcOrd="1" destOrd="0" parTransId="{744BE3E2-E194-42E7-941A-C0F41144EE1E}" sibTransId="{34CF2285-61E3-46B7-8454-DD4724942BE4}"/>
    <dgm:cxn modelId="{B2E06C2A-E024-4A26-B9A4-1477A43287B1}" srcId="{E400A229-425E-4517-A4E8-259BA4F1D641}" destId="{919B0E3A-CDEA-42FC-B66E-397405DAE14B}" srcOrd="0" destOrd="1" parTransId="{765A7463-79A9-413A-8CAF-6C8736DF737E}" sibTransId="{80820266-7227-487E-A6BE-5F11438118AA}"/>
    <dgm:cxn modelId="{3BF81734-C0F3-4E9A-A5B4-35B3B3A80F1E}" srcId="{CECC35F0-40B5-460D-A737-FC2ACF235663}" destId="{E4931E8F-11B9-4A4A-B71C-F4F8CBF2A501}" srcOrd="2" destOrd="0" parTransId="{A8B9A657-6E7B-4ED3-AB00-98E9F913A785}" sibTransId="{18A58144-A08A-4AA2-87B4-A1B3BEF9B79D}"/>
    <dgm:cxn modelId="{DC84CB93-3152-47D6-8C9F-4112E99B2361}" srcId="{E4931E8F-11B9-4A4A-B71C-F4F8CBF2A501}" destId="{361BA5B7-354B-4EAC-B26A-B7FD60556191}" srcOrd="0" destOrd="2" parTransId="{207C86C1-8D3B-40C5-9EDC-2EE4D5F386D1}" sibTransId="{E71CB000-DA61-41E3-8489-034910B917C4}"/>
    <dgm:cxn modelId="{64E210D2-649F-446C-9B48-6B97C5117291}" type="presOf" srcId="{CECC35F0-40B5-460D-A737-FC2ACF235663}" destId="{68BD68BC-1A6F-4897-AE58-D220871191CC}" srcOrd="0" destOrd="0" presId="urn:microsoft.com/office/officeart/2005/8/layout/radial2"/>
    <dgm:cxn modelId="{52CCD7B5-0AD5-4ADA-B9BD-99C7FFA5784F}" type="presParOf" srcId="{68BD68BC-1A6F-4897-AE58-D220871191CC}" destId="{DF7CCDCB-1FEF-446D-879C-7B573A150A85}" srcOrd="0" destOrd="0" presId="urn:microsoft.com/office/officeart/2005/8/layout/radial2"/>
    <dgm:cxn modelId="{4E3BD1D4-89B8-4571-A7CD-2EF07E9594D5}" type="presParOf" srcId="{DF7CCDCB-1FEF-446D-879C-7B573A150A85}" destId="{42504826-0B2E-42B2-89E0-6C444D015311}" srcOrd="0" destOrd="0" presId="urn:microsoft.com/office/officeart/2005/8/layout/radial2"/>
    <dgm:cxn modelId="{66AFE26F-9141-418F-A746-19AA8FF6F6D5}" type="presOf" srcId="{5517B846-E84C-4864-89B5-1273D93BC899}" destId="{42504826-0B2E-42B2-89E0-6C444D015311}" srcOrd="0" destOrd="0" presId="urn:microsoft.com/office/officeart/2005/8/layout/radial2"/>
    <dgm:cxn modelId="{5EBF57B2-4934-4389-BE13-01E8C891DCBB}" type="presParOf" srcId="{42504826-0B2E-42B2-89E0-6C444D015311}" destId="{85032AF7-CC0A-43B1-ADBC-12E888570430}" srcOrd="0" destOrd="0" presId="urn:microsoft.com/office/officeart/2005/8/layout/radial2"/>
    <dgm:cxn modelId="{BF574448-D9DB-4308-80E4-F0BAD7573CC3}" type="presParOf" srcId="{42504826-0B2E-42B2-89E0-6C444D015311}" destId="{CE974068-7363-48BA-8A56-58FC71B522DC}" srcOrd="1" destOrd="0" presId="urn:microsoft.com/office/officeart/2005/8/layout/radial2"/>
    <dgm:cxn modelId="{D2EAE9F7-6E29-427E-8DC2-35CCFA437BFE}" type="presParOf" srcId="{DF7CCDCB-1FEF-446D-879C-7B573A150A85}" destId="{CFE719B1-FDDF-4968-9D26-52CE098EA344}" srcOrd="1" destOrd="0" presId="urn:microsoft.com/office/officeart/2005/8/layout/radial2"/>
    <dgm:cxn modelId="{0F2771E6-E36A-4F9B-97E2-66B1645AFB6B}" type="presOf" srcId="{A2D4F7F4-4D7B-4483-B239-95405595478C}" destId="{CFE719B1-FDDF-4968-9D26-52CE098EA344}" srcOrd="0" destOrd="0" presId="urn:microsoft.com/office/officeart/2005/8/layout/radial2"/>
    <dgm:cxn modelId="{A079B57C-54CB-4C87-B0CA-2C4A1AD16F7E}" type="presParOf" srcId="{DF7CCDCB-1FEF-446D-879C-7B573A150A85}" destId="{269D1A46-C3B2-412B-A63B-90077459CAEC}" srcOrd="2" destOrd="0" presId="urn:microsoft.com/office/officeart/2005/8/layout/radial2"/>
    <dgm:cxn modelId="{6058AD82-3D06-4701-87AD-457339B581EE}" type="presParOf" srcId="{269D1A46-C3B2-412B-A63B-90077459CAEC}" destId="{B9FD9A9B-F5B2-41C6-AA4C-23B98CB4FBF3}" srcOrd="0" destOrd="2" presId="urn:microsoft.com/office/officeart/2005/8/layout/radial2"/>
    <dgm:cxn modelId="{04CDC61A-F202-4EDF-AABE-4D8C5F211F95}" type="presOf" srcId="{5517B846-E84C-4864-89B5-1273D93BC899}" destId="{B9FD9A9B-F5B2-41C6-AA4C-23B98CB4FBF3}" srcOrd="0" destOrd="0" presId="urn:microsoft.com/office/officeart/2005/8/layout/radial2"/>
    <dgm:cxn modelId="{32AE89AF-2E04-4CA9-B65E-B1CAAE57933F}" type="presParOf" srcId="{269D1A46-C3B2-412B-A63B-90077459CAEC}" destId="{4B22126E-6F7A-4ADB-A489-ACBD46EA330A}" srcOrd="1" destOrd="2" presId="urn:microsoft.com/office/officeart/2005/8/layout/radial2"/>
    <dgm:cxn modelId="{954E83E7-808C-44E3-AED9-872BBA00B37E}" type="presOf" srcId="{DCD7ECA2-2D44-4DD3-A485-E68F87783744}" destId="{4B22126E-6F7A-4ADB-A489-ACBD46EA330A}" srcOrd="0" destOrd="0" presId="urn:microsoft.com/office/officeart/2005/8/layout/radial2"/>
    <dgm:cxn modelId="{DE0C329C-9B8D-482A-AA72-67E1A718EDE4}" type="presParOf" srcId="{DF7CCDCB-1FEF-446D-879C-7B573A150A85}" destId="{DB5F8B40-7FFB-4BF2-AB97-4DD23BBB3CB3}" srcOrd="3" destOrd="0" presId="urn:microsoft.com/office/officeart/2005/8/layout/radial2"/>
    <dgm:cxn modelId="{04EF6A2D-8A6A-4927-9770-63DD5DA3AA83}" type="presOf" srcId="{744BE3E2-E194-42E7-941A-C0F41144EE1E}" destId="{DB5F8B40-7FFB-4BF2-AB97-4DD23BBB3CB3}" srcOrd="0" destOrd="0" presId="urn:microsoft.com/office/officeart/2005/8/layout/radial2"/>
    <dgm:cxn modelId="{5F5124D7-7DAA-4DD5-AFE4-373E65048351}" type="presParOf" srcId="{DF7CCDCB-1FEF-446D-879C-7B573A150A85}" destId="{66D0D311-5AB8-4EC8-ABBC-B19EB1C7F0C4}" srcOrd="4" destOrd="0" presId="urn:microsoft.com/office/officeart/2005/8/layout/radial2"/>
    <dgm:cxn modelId="{CCAEB5AC-D03B-424D-9517-95107EFC4FD1}" type="presParOf" srcId="{66D0D311-5AB8-4EC8-ABBC-B19EB1C7F0C4}" destId="{8C52F264-3E24-4EC4-9000-82B4D521C9E0}" srcOrd="0" destOrd="4" presId="urn:microsoft.com/office/officeart/2005/8/layout/radial2"/>
    <dgm:cxn modelId="{A88C5BC2-438A-47D4-B079-09A7AF30584B}" type="presOf" srcId="{E400A229-425E-4517-A4E8-259BA4F1D641}" destId="{8C52F264-3E24-4EC4-9000-82B4D521C9E0}" srcOrd="0" destOrd="0" presId="urn:microsoft.com/office/officeart/2005/8/layout/radial2"/>
    <dgm:cxn modelId="{3FE13BB0-5483-4203-8E43-476BC5C0C514}" type="presParOf" srcId="{66D0D311-5AB8-4EC8-ABBC-B19EB1C7F0C4}" destId="{22A9452E-DB9D-4347-9D41-D29067BCCCC1}" srcOrd="1" destOrd="4" presId="urn:microsoft.com/office/officeart/2005/8/layout/radial2"/>
    <dgm:cxn modelId="{B304B5CD-5365-48B2-9D38-212C71875096}" type="presOf" srcId="{919B0E3A-CDEA-42FC-B66E-397405DAE14B}" destId="{22A9452E-DB9D-4347-9D41-D29067BCCCC1}" srcOrd="0" destOrd="0" presId="urn:microsoft.com/office/officeart/2005/8/layout/radial2"/>
    <dgm:cxn modelId="{1AD61561-F988-46D3-A867-3D741CCDE772}" type="presParOf" srcId="{DF7CCDCB-1FEF-446D-879C-7B573A150A85}" destId="{863C0671-E2AB-40BD-AF6E-9FA09F369FF0}" srcOrd="5" destOrd="0" presId="urn:microsoft.com/office/officeart/2005/8/layout/radial2"/>
    <dgm:cxn modelId="{382EBC0E-4432-430A-9F36-6B22C5726B8D}" type="presOf" srcId="{A8B9A657-6E7B-4ED3-AB00-98E9F913A785}" destId="{863C0671-E2AB-40BD-AF6E-9FA09F369FF0}" srcOrd="0" destOrd="0" presId="urn:microsoft.com/office/officeart/2005/8/layout/radial2"/>
    <dgm:cxn modelId="{17C515E0-6429-4B82-995A-279F9723AEE0}" type="presParOf" srcId="{DF7CCDCB-1FEF-446D-879C-7B573A150A85}" destId="{A2B55D64-F506-4444-9F04-08EB2F045FE5}" srcOrd="6" destOrd="0" presId="urn:microsoft.com/office/officeart/2005/8/layout/radial2"/>
    <dgm:cxn modelId="{B8EB50B5-5D9C-4682-B00A-174C251868E8}" type="presParOf" srcId="{A2B55D64-F506-4444-9F04-08EB2F045FE5}" destId="{A4594B93-3116-410F-A9B6-83291B1F28AD}" srcOrd="0" destOrd="6" presId="urn:microsoft.com/office/officeart/2005/8/layout/radial2"/>
    <dgm:cxn modelId="{DFE51B94-18C5-478D-AEE1-9F36DECFDBB3}" type="presOf" srcId="{E4931E8F-11B9-4A4A-B71C-F4F8CBF2A501}" destId="{A4594B93-3116-410F-A9B6-83291B1F28AD}" srcOrd="0" destOrd="0" presId="urn:microsoft.com/office/officeart/2005/8/layout/radial2"/>
    <dgm:cxn modelId="{548E375C-BA0C-4F11-ACF3-5436AD38E954}" type="presParOf" srcId="{A2B55D64-F506-4444-9F04-08EB2F045FE5}" destId="{A27E8F25-3FF6-4BDB-AC60-BAC2D7C34B3C}" srcOrd="1" destOrd="6" presId="urn:microsoft.com/office/officeart/2005/8/layout/radial2"/>
    <dgm:cxn modelId="{0D50CA79-CE99-4E68-88C7-BB258B5F455F}" type="presOf" srcId="{361BA5B7-354B-4EAC-B26A-B7FD60556191}" destId="{A27E8F25-3FF6-4BDB-AC60-BAC2D7C34B3C}" srcOrd="0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599430" cy="3559810"/>
        <a:chOff x="0" y="0"/>
        <a:chExt cx="5599430" cy="3559810"/>
      </a:xfrm>
    </dsp:grpSpPr>
    <dsp:sp modelId="{CFE719B1-FDDF-4968-9D26-52CE098EA344}">
      <dsp:nvSpPr>
        <dsp:cNvPr id="5" name="任意多边形 4"/>
        <dsp:cNvSpPr/>
      </dsp:nvSpPr>
      <dsp:spPr bwMode="white">
        <a:xfrm>
          <a:off x="1701252" y="1099667"/>
          <a:ext cx="615949" cy="57836"/>
        </a:xfrm>
        <a:custGeom>
          <a:avLst/>
          <a:gdLst/>
          <a:ahLst/>
          <a:cxnLst/>
          <a:pathLst>
            <a:path w="970" h="91">
              <a:moveTo>
                <a:pt x="136" y="382"/>
              </a:moveTo>
              <a:lnTo>
                <a:pt x="834" y="-291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701252" y="1099667"/>
        <a:ext cx="615949" cy="57836"/>
      </dsp:txXfrm>
    </dsp:sp>
    <dsp:sp modelId="{DB5F8B40-7FFB-4BF2-AB97-4DD23BBB3CB3}">
      <dsp:nvSpPr>
        <dsp:cNvPr id="8" name="任意多边形 7"/>
        <dsp:cNvSpPr/>
      </dsp:nvSpPr>
      <dsp:spPr bwMode="white">
        <a:xfrm>
          <a:off x="1964374" y="1750987"/>
          <a:ext cx="447246" cy="57836"/>
        </a:xfrm>
        <a:custGeom>
          <a:avLst/>
          <a:gdLst/>
          <a:ahLst/>
          <a:cxnLst/>
          <a:pathLst>
            <a:path w="704" h="91">
              <a:moveTo>
                <a:pt x="0" y="46"/>
              </a:moveTo>
              <a:lnTo>
                <a:pt x="704" y="4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964374" y="1750987"/>
        <a:ext cx="447246" cy="57836"/>
      </dsp:txXfrm>
    </dsp:sp>
    <dsp:sp modelId="{863C0671-E2AB-40BD-AF6E-9FA09F369FF0}">
      <dsp:nvSpPr>
        <dsp:cNvPr id="11" name="任意多边形 10"/>
        <dsp:cNvSpPr/>
      </dsp:nvSpPr>
      <dsp:spPr bwMode="white">
        <a:xfrm>
          <a:off x="1701252" y="2402307"/>
          <a:ext cx="615949" cy="57836"/>
        </a:xfrm>
        <a:custGeom>
          <a:avLst/>
          <a:gdLst/>
          <a:ahLst/>
          <a:cxnLst/>
          <a:pathLst>
            <a:path w="970" h="91">
              <a:moveTo>
                <a:pt x="136" y="-291"/>
              </a:moveTo>
              <a:lnTo>
                <a:pt x="834" y="382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701252" y="2402307"/>
        <a:ext cx="615949" cy="57836"/>
      </dsp:txXfrm>
    </dsp:sp>
    <dsp:sp modelId="{CE974068-7363-48BA-8A56-58FC71B522DC}">
      <dsp:nvSpPr>
        <dsp:cNvPr id="4" name="椭圆 3"/>
        <dsp:cNvSpPr/>
      </dsp:nvSpPr>
      <dsp:spPr bwMode="white">
        <a:xfrm>
          <a:off x="435080" y="880320"/>
          <a:ext cx="1799170" cy="1799170"/>
        </a:xfrm>
        <a:prstGeom prst="ellipse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Xfrm>
        <a:off x="435080" y="880320"/>
        <a:ext cx="1799170" cy="1799170"/>
      </dsp:txXfrm>
    </dsp:sp>
    <dsp:sp modelId="{B9FD9A9B-F5B2-41C6-AA4C-23B98CB4FBF3}">
      <dsp:nvSpPr>
        <dsp:cNvPr id="6" name="椭圆 5"/>
        <dsp:cNvSpPr/>
      </dsp:nvSpPr>
      <dsp:spPr bwMode="white">
        <a:xfrm>
          <a:off x="2079322" y="0"/>
          <a:ext cx="1079502" cy="1079502"/>
        </a:xfrm>
        <a:prstGeom prst="ellipse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/>
            <a:t>CCB</a:t>
          </a:r>
          <a:r>
            <a:rPr lang="zh-CN" altLang="en-US"/>
            <a:t>组长</a:t>
          </a:r>
          <a:endParaRPr lang="zh-CN" altLang="en-US"/>
        </a:p>
      </dsp:txBody>
      <dsp:txXfrm>
        <a:off x="2079322" y="0"/>
        <a:ext cx="1079502" cy="1079502"/>
      </dsp:txXfrm>
    </dsp:sp>
    <dsp:sp modelId="{4B22126E-6F7A-4ADB-A489-ACBD46EA330A}">
      <dsp:nvSpPr>
        <dsp:cNvPr id="7" name="矩形 6"/>
        <dsp:cNvSpPr/>
      </dsp:nvSpPr>
      <dsp:spPr bwMode="white">
        <a:xfrm>
          <a:off x="3266774" y="0"/>
          <a:ext cx="1619253" cy="1079502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0" tIns="0" rIns="0" bIns="0" anchor="ctr"/>
        <a:lstStyle>
          <a:lvl1pPr algn="l">
            <a:defRPr sz="6500"/>
          </a:lvl1pPr>
          <a:lvl2pPr marL="285750" indent="-285750" algn="l">
            <a:defRPr sz="3500"/>
          </a:lvl2pPr>
          <a:lvl3pPr marL="571500" indent="-285750" algn="l">
            <a:defRPr sz="3500"/>
          </a:lvl3pPr>
          <a:lvl4pPr marL="857250" indent="-285750" algn="l">
            <a:defRPr sz="3500"/>
          </a:lvl4pPr>
          <a:lvl5pPr marL="1143000" indent="-285750" algn="l">
            <a:defRPr sz="3500"/>
          </a:lvl5pPr>
          <a:lvl6pPr marL="1428750" indent="-285750" algn="l">
            <a:defRPr sz="3500"/>
          </a:lvl6pPr>
          <a:lvl7pPr marL="1714500" indent="-285750" algn="l">
            <a:defRPr sz="3500"/>
          </a:lvl7pPr>
          <a:lvl8pPr marL="2000250" indent="-285750" algn="l">
            <a:defRPr sz="3500"/>
          </a:lvl8pPr>
          <a:lvl9pPr marL="2286000" indent="-285750" algn="l">
            <a:defRPr sz="3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tx1"/>
              </a:solidFill>
            </a:rPr>
            <a:t>郭伟进</a:t>
          </a:r>
          <a:endParaRPr lang="zh-CN" altLang="en-US">
            <a:solidFill>
              <a:schemeClr val="tx1"/>
            </a:solidFill>
          </a:endParaRPr>
        </a:p>
      </dsp:txBody>
      <dsp:txXfrm>
        <a:off x="3266774" y="0"/>
        <a:ext cx="1619253" cy="1079502"/>
      </dsp:txXfrm>
    </dsp:sp>
    <dsp:sp modelId="{8C52F264-3E24-4EC4-9000-82B4D521C9E0}">
      <dsp:nvSpPr>
        <dsp:cNvPr id="9" name="椭圆 8"/>
        <dsp:cNvSpPr/>
      </dsp:nvSpPr>
      <dsp:spPr bwMode="white">
        <a:xfrm>
          <a:off x="2411620" y="1240154"/>
          <a:ext cx="1079502" cy="1079502"/>
        </a:xfrm>
        <a:prstGeom prst="ellipse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/>
            <a:t>CCB</a:t>
          </a:r>
          <a:r>
            <a:rPr lang="zh-CN" altLang="en-US"/>
            <a:t>成员</a:t>
          </a:r>
          <a:endParaRPr lang="zh-CN" altLang="en-US"/>
        </a:p>
      </dsp:txBody>
      <dsp:txXfrm>
        <a:off x="2411620" y="1240154"/>
        <a:ext cx="1079502" cy="1079502"/>
      </dsp:txXfrm>
    </dsp:sp>
    <dsp:sp modelId="{22A9452E-DB9D-4347-9D41-D29067BCCCC1}">
      <dsp:nvSpPr>
        <dsp:cNvPr id="10" name="矩形 9"/>
        <dsp:cNvSpPr/>
      </dsp:nvSpPr>
      <dsp:spPr bwMode="white">
        <a:xfrm>
          <a:off x="3599072" y="1240154"/>
          <a:ext cx="1619253" cy="1079502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0" tIns="0" rIns="0" bIns="0" anchor="ctr"/>
        <a:lstStyle>
          <a:lvl1pPr algn="l">
            <a:defRPr sz="6500"/>
          </a:lvl1pPr>
          <a:lvl2pPr marL="285750" indent="-285750" algn="l">
            <a:defRPr sz="3500"/>
          </a:lvl2pPr>
          <a:lvl3pPr marL="571500" indent="-285750" algn="l">
            <a:defRPr sz="3500"/>
          </a:lvl3pPr>
          <a:lvl4pPr marL="857250" indent="-285750" algn="l">
            <a:defRPr sz="3500"/>
          </a:lvl4pPr>
          <a:lvl5pPr marL="1143000" indent="-285750" algn="l">
            <a:defRPr sz="3500"/>
          </a:lvl5pPr>
          <a:lvl6pPr marL="1428750" indent="-285750" algn="l">
            <a:defRPr sz="3500"/>
          </a:lvl6pPr>
          <a:lvl7pPr marL="1714500" indent="-285750" algn="l">
            <a:defRPr sz="3500"/>
          </a:lvl7pPr>
          <a:lvl8pPr marL="2000250" indent="-285750" algn="l">
            <a:defRPr sz="3500"/>
          </a:lvl8pPr>
          <a:lvl9pPr marL="2286000" indent="-285750" algn="l">
            <a:defRPr sz="3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tx1"/>
              </a:solidFill>
            </a:rPr>
            <a:t>阮精特</a:t>
          </a:r>
          <a:endParaRPr lang="zh-CN" altLang="en-US">
            <a:solidFill>
              <a:schemeClr val="tx1"/>
            </a:solidFill>
          </a:endParaRPr>
        </a:p>
      </dsp:txBody>
      <dsp:txXfrm>
        <a:off x="3599072" y="1240154"/>
        <a:ext cx="1619253" cy="1079502"/>
      </dsp:txXfrm>
    </dsp:sp>
    <dsp:sp modelId="{A4594B93-3116-410F-A9B6-83291B1F28AD}">
      <dsp:nvSpPr>
        <dsp:cNvPr id="12" name="椭圆 11"/>
        <dsp:cNvSpPr/>
      </dsp:nvSpPr>
      <dsp:spPr bwMode="white">
        <a:xfrm>
          <a:off x="2079322" y="2480308"/>
          <a:ext cx="1079502" cy="1079502"/>
        </a:xfrm>
        <a:prstGeom prst="ellipse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/>
            <a:t>CCB</a:t>
          </a:r>
          <a:r>
            <a:rPr lang="zh-CN" altLang="en-US"/>
            <a:t>成员</a:t>
          </a:r>
          <a:endParaRPr lang="zh-CN" altLang="en-US"/>
        </a:p>
      </dsp:txBody>
      <dsp:txXfrm>
        <a:off x="2079322" y="2480308"/>
        <a:ext cx="1079502" cy="1079502"/>
      </dsp:txXfrm>
    </dsp:sp>
    <dsp:sp modelId="{A27E8F25-3FF6-4BDB-AC60-BAC2D7C34B3C}">
      <dsp:nvSpPr>
        <dsp:cNvPr id="13" name="矩形 12"/>
        <dsp:cNvSpPr/>
      </dsp:nvSpPr>
      <dsp:spPr bwMode="white">
        <a:xfrm>
          <a:off x="3266774" y="2480308"/>
          <a:ext cx="1619253" cy="1079502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0" tIns="0" rIns="0" bIns="0" anchor="ctr"/>
        <a:lstStyle>
          <a:lvl1pPr algn="l">
            <a:defRPr sz="6500"/>
          </a:lvl1pPr>
          <a:lvl2pPr marL="285750" indent="-285750" algn="l">
            <a:defRPr sz="3500"/>
          </a:lvl2pPr>
          <a:lvl3pPr marL="571500" indent="-285750" algn="l">
            <a:defRPr sz="3500"/>
          </a:lvl3pPr>
          <a:lvl4pPr marL="857250" indent="-285750" algn="l">
            <a:defRPr sz="3500"/>
          </a:lvl4pPr>
          <a:lvl5pPr marL="1143000" indent="-285750" algn="l">
            <a:defRPr sz="3500"/>
          </a:lvl5pPr>
          <a:lvl6pPr marL="1428750" indent="-285750" algn="l">
            <a:defRPr sz="3500"/>
          </a:lvl6pPr>
          <a:lvl7pPr marL="1714500" indent="-285750" algn="l">
            <a:defRPr sz="3500"/>
          </a:lvl7pPr>
          <a:lvl8pPr marL="2000250" indent="-285750" algn="l">
            <a:defRPr sz="3500"/>
          </a:lvl8pPr>
          <a:lvl9pPr marL="2286000" indent="-285750" algn="l">
            <a:defRPr sz="3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tx1"/>
              </a:solidFill>
            </a:rPr>
            <a:t>范品樟</a:t>
          </a:r>
          <a:endParaRPr lang="zh-CN" altLang="en-US">
            <a:solidFill>
              <a:schemeClr val="tx1"/>
            </a:solidFill>
          </a:endParaRPr>
        </a:p>
      </dsp:txBody>
      <dsp:txXfrm>
        <a:off x="3266774" y="2480308"/>
        <a:ext cx="1619253" cy="1079502"/>
      </dsp:txXfrm>
    </dsp:sp>
    <dsp:sp modelId="{85032AF7-CC0A-43B1-ADBC-12E888570430}">
      <dsp:nvSpPr>
        <dsp:cNvPr id="3" name="椭圆 2" hidden="1"/>
        <dsp:cNvSpPr/>
      </dsp:nvSpPr>
      <dsp:spPr>
        <a:xfrm>
          <a:off x="704955" y="1150195"/>
          <a:ext cx="1259419" cy="1259419"/>
        </a:xfrm>
        <a:prstGeom prst="ellipse">
          <a:avLst/>
        </a:prstGeom>
      </dsp:spPr>
      <dsp:txXfrm>
        <a:off x="704955" y="1150195"/>
        <a:ext cx="1259419" cy="12594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srcNode" val="connSite"/>
              <dgm:param type="dstNode" val="parentNode"/>
              <dgm:param type="dim" val="1D"/>
              <dgm:param type="endSty" val="noArr"/>
              <dgm:param type="begPts" val="auto"/>
              <dgm:param type="endPts" val="auto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tags" Target="../tags/tag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项目需求变更管理阶段性评审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4269581" y="2976563"/>
            <a:ext cx="604838" cy="114300"/>
          </a:xfrm>
          <a:prstGeom prst="rect">
            <a:avLst/>
          </a:prstGeom>
          <a:solidFill>
            <a:srgbClr val="3C75AA"/>
          </a:solidFill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r>
              <a:rPr lang="zh-CN" altLang="en-US" sz="1200" dirty="0"/>
              <a:t>软件需求小组</a:t>
            </a:r>
            <a:r>
              <a:rPr lang="en-US" sz="1200" dirty="0"/>
              <a:t>G07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13025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3C75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13739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软件需求变更申请</a:t>
            </a:r>
            <a:endParaRPr lang="zh-CN" alt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1621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3C75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2002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需求变更过程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3C75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6312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ts val="1650"/>
              </a:lnSpc>
              <a:buClrTx/>
              <a:buSzTx/>
              <a:buFontTx/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团队契约</a:t>
            </a:r>
            <a:endParaRPr lang="en-US" sz="1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990975" y="28789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31884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3C75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32599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ts val="1650"/>
              </a:lnSpc>
              <a:buClrTx/>
              <a:buSzTx/>
              <a:buFontTx/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分工以及评价</a:t>
            </a:r>
            <a:endParaRPr lang="en-US" sz="1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990975" y="35075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08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软件需求变更申请</a:t>
            </a:r>
            <a:endParaRPr lang="en-US" sz="37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dirty="0"/>
              <a:t>软件需求变更申请</a:t>
            </a:r>
            <a:endParaRPr lang="zh-CN" alt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20" name="文本框 19"/>
          <p:cNvSpPr txBox="1"/>
          <p:nvPr/>
        </p:nvSpPr>
        <p:spPr>
          <a:xfrm>
            <a:off x="201930" y="742950"/>
            <a:ext cx="8500110" cy="160591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1600" b="0" i="0">
                <a:solidFill>
                  <a:srgbClr val="2C2C36"/>
                </a:solidFill>
                <a:latin typeface="+mn-ea"/>
                <a:cs typeface="+mn-ea"/>
              </a:rPr>
              <a:t>软件需求变更申请报告（</a:t>
            </a:r>
            <a:r>
              <a:rPr lang="en-US" altLang="zh-CN" sz="1600" b="0" i="0">
                <a:solidFill>
                  <a:srgbClr val="2C2C36"/>
                </a:solidFill>
                <a:latin typeface="+mn-ea"/>
                <a:cs typeface="+mn-ea"/>
              </a:rPr>
              <a:t>RCR-2025-06-01</a:t>
            </a:r>
            <a:r>
              <a:rPr lang="zh-CN" altLang="en-US" sz="1600" b="0" i="0">
                <a:solidFill>
                  <a:srgbClr val="2C2C36"/>
                </a:solidFill>
                <a:latin typeface="+mn-ea"/>
                <a:cs typeface="+mn-ea"/>
              </a:rPr>
              <a:t>）</a:t>
            </a:r>
            <a:r>
              <a:rPr lang="zh-CN" altLang="en-US" sz="1600" b="0" i="0">
                <a:solidFill>
                  <a:srgbClr val="2C2C36"/>
                </a:solidFill>
                <a:latin typeface="-apple-system"/>
                <a:ea typeface="-apple-system"/>
              </a:rPr>
              <a:t>：</a:t>
            </a:r>
            <a:endParaRPr lang="zh-CN" altLang="en-US" sz="1600" b="0" i="0">
              <a:solidFill>
                <a:srgbClr val="2C2C36"/>
              </a:solidFill>
              <a:latin typeface="-apple-system"/>
              <a:ea typeface="-apple-system"/>
            </a:endParaRPr>
          </a:p>
          <a:p>
            <a:pPr marL="0" indent="457200"/>
            <a:r>
              <a:rPr lang="zh-CN" altLang="en-US" sz="1600" b="0" i="0">
                <a:solidFill>
                  <a:srgbClr val="2C2C36"/>
                </a:solidFill>
                <a:latin typeface="+mn-ea"/>
              </a:rPr>
              <a:t>在报告中，用户提出希望新增模型管理相关功能需求。</a:t>
            </a:r>
            <a:endParaRPr lang="zh-CN" altLang="en-US" sz="1600" b="0" i="0">
              <a:solidFill>
                <a:srgbClr val="2C2C36"/>
              </a:solidFill>
              <a:latin typeface="+mn-ea"/>
            </a:endParaRPr>
          </a:p>
          <a:p>
            <a:pPr marL="0" indent="457200"/>
            <a:r>
              <a:rPr lang="zh-CN" altLang="en-US" sz="1600" b="0" i="0">
                <a:solidFill>
                  <a:srgbClr val="2C2C36"/>
                </a:solidFill>
                <a:latin typeface="+mn-ea"/>
              </a:rPr>
              <a:t>主要需求包括：支持管理员注册新模型、提供模型统一管理界面（启用</a:t>
            </a:r>
            <a:r>
              <a:rPr lang="en-US" altLang="zh-CN" sz="1600" b="0" i="0">
                <a:solidFill>
                  <a:srgbClr val="2C2C36"/>
                </a:solidFill>
                <a:latin typeface="+mn-ea"/>
              </a:rPr>
              <a:t>/</a:t>
            </a:r>
            <a:r>
              <a:rPr lang="zh-CN" altLang="en-US" sz="1600" b="0" i="0">
                <a:solidFill>
                  <a:srgbClr val="2C2C36"/>
                </a:solidFill>
                <a:latin typeface="+mn-ea"/>
              </a:rPr>
              <a:t>禁用、权限控制、版本管理）、实时检测模型运行状态及响应情况，并允许用户配置模型参数（如温度、最大生成长度等）。</a:t>
            </a:r>
            <a:endParaRPr lang="zh-CN" altLang="en-US" sz="1600" b="0" i="0">
              <a:solidFill>
                <a:srgbClr val="2C2C36"/>
              </a:solidFill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124960" y="1954530"/>
            <a:ext cx="4577080" cy="28809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2636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250" dirty="0"/>
              <a:t>CCB</a:t>
            </a:r>
            <a:r>
              <a:rPr lang="zh-CN" altLang="en-US" sz="2250" dirty="0"/>
              <a:t>建立和</a:t>
            </a:r>
            <a:r>
              <a:rPr lang="zh-CN" altLang="en-US" sz="2250" dirty="0"/>
              <a:t>组织</a:t>
            </a:r>
            <a:endParaRPr lang="zh-CN" alt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20" name="文本框 19"/>
          <p:cNvSpPr txBox="1"/>
          <p:nvPr/>
        </p:nvSpPr>
        <p:spPr>
          <a:xfrm>
            <a:off x="773430" y="1720850"/>
            <a:ext cx="8500110" cy="160591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1600" b="0" i="0">
                <a:solidFill>
                  <a:srgbClr val="2C2C36"/>
                </a:solidFill>
                <a:latin typeface="+mn-ea"/>
              </a:rPr>
              <a:t>CCB</a:t>
            </a:r>
            <a:r>
              <a:rPr lang="zh-CN" altLang="en-US" sz="1600" b="0" i="0">
                <a:solidFill>
                  <a:srgbClr val="2C2C36"/>
                </a:solidFill>
                <a:latin typeface="+mn-ea"/>
              </a:rPr>
              <a:t>组长：</a:t>
            </a:r>
            <a:r>
              <a:rPr lang="zh-CN" altLang="en-US" sz="1600" b="0" i="0">
                <a:solidFill>
                  <a:srgbClr val="2C2C36"/>
                </a:solidFill>
                <a:latin typeface="+mn-ea"/>
              </a:rPr>
              <a:t>郭伟进</a:t>
            </a:r>
            <a:endParaRPr lang="zh-CN" altLang="en-US" sz="1600" b="0" i="0">
              <a:solidFill>
                <a:srgbClr val="2C2C36"/>
              </a:solidFill>
              <a:latin typeface="+mn-ea"/>
            </a:endParaRPr>
          </a:p>
          <a:p>
            <a:pPr marL="0" indent="0"/>
            <a:r>
              <a:rPr lang="en-US" altLang="zh-CN" sz="1600" b="0" i="0">
                <a:solidFill>
                  <a:srgbClr val="2C2C36"/>
                </a:solidFill>
                <a:latin typeface="+mn-ea"/>
              </a:rPr>
              <a:t>CCB</a:t>
            </a:r>
            <a:r>
              <a:rPr lang="zh-CN" altLang="en-US" sz="1600" b="0" i="0">
                <a:solidFill>
                  <a:srgbClr val="2C2C36"/>
                </a:solidFill>
                <a:latin typeface="+mn-ea"/>
              </a:rPr>
              <a:t>成员：阮精特、</a:t>
            </a:r>
            <a:r>
              <a:rPr lang="zh-CN" altLang="en-US" sz="1600" b="0" i="0">
                <a:solidFill>
                  <a:srgbClr val="2C2C36"/>
                </a:solidFill>
                <a:latin typeface="+mn-ea"/>
              </a:rPr>
              <a:t>范品樟</a:t>
            </a:r>
            <a:endParaRPr lang="zh-CN" altLang="en-US" sz="1600" b="0" i="0">
              <a:solidFill>
                <a:srgbClr val="2C2C36"/>
              </a:solidFill>
              <a:latin typeface="+mn-ea"/>
            </a:endParaRPr>
          </a:p>
        </p:txBody>
      </p:sp>
      <p:graphicFrame>
        <p:nvGraphicFramePr>
          <p:cNvPr id="6" name="图示 5"/>
          <p:cNvGraphicFramePr/>
          <p:nvPr/>
        </p:nvGraphicFramePr>
        <p:xfrm>
          <a:off x="3466465" y="952500"/>
          <a:ext cx="5599430" cy="3559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dirty="0"/>
              <a:t>需求变更</a:t>
            </a:r>
            <a:r>
              <a:rPr lang="zh-CN" altLang="en-US" sz="2250" dirty="0"/>
              <a:t>影响分析</a:t>
            </a:r>
            <a:endParaRPr lang="zh-CN" alt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20" name="文本框 19"/>
          <p:cNvSpPr txBox="1"/>
          <p:nvPr/>
        </p:nvSpPr>
        <p:spPr>
          <a:xfrm>
            <a:off x="201930" y="742950"/>
            <a:ext cx="8500110" cy="160591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1600" b="0" i="0">
                <a:solidFill>
                  <a:srgbClr val="2C2C36"/>
                </a:solidFill>
                <a:latin typeface="+mn-ea"/>
                <a:cs typeface="+mn-ea"/>
              </a:rPr>
              <a:t>变更的需求出现在后台管理部分</a:t>
            </a:r>
            <a:endParaRPr lang="zh-CN" altLang="en-US" sz="1600" b="0" i="0">
              <a:solidFill>
                <a:srgbClr val="2C2C36"/>
              </a:solidFill>
              <a:latin typeface="+mn-ea"/>
              <a:cs typeface="+mn-ea"/>
            </a:endParaRPr>
          </a:p>
          <a:p>
            <a:pPr marL="0" indent="0"/>
            <a:r>
              <a:rPr lang="zh-CN" altLang="en-US" sz="1600" b="0" i="0">
                <a:solidFill>
                  <a:srgbClr val="2C2C36"/>
                </a:solidFill>
                <a:latin typeface="+mn-ea"/>
                <a:cs typeface="+mn-ea"/>
              </a:rPr>
              <a:t>与已经存在的需求（审核管理、用户管理、知识库管理、</a:t>
            </a:r>
            <a:r>
              <a:rPr lang="zh-CN" altLang="en-US" sz="1600" b="0" i="0">
                <a:solidFill>
                  <a:srgbClr val="2C2C36"/>
                </a:solidFill>
                <a:latin typeface="+mn-ea"/>
                <a:cs typeface="+mn-ea"/>
              </a:rPr>
              <a:t>系统监控）属于同一</a:t>
            </a:r>
            <a:r>
              <a:rPr lang="zh-CN" altLang="en-US" sz="1600" b="0" i="0">
                <a:solidFill>
                  <a:srgbClr val="2C2C36"/>
                </a:solidFill>
                <a:latin typeface="+mn-ea"/>
                <a:cs typeface="+mn-ea"/>
              </a:rPr>
              <a:t>级别</a:t>
            </a:r>
            <a:endParaRPr lang="zh-CN" altLang="en-US" sz="1600" b="0" i="0">
              <a:solidFill>
                <a:srgbClr val="2C2C36"/>
              </a:solidFill>
              <a:latin typeface="+mn-ea"/>
              <a:cs typeface="+mn-ea"/>
            </a:endParaRPr>
          </a:p>
          <a:p>
            <a:pPr marL="0" indent="0"/>
            <a:endParaRPr lang="zh-CN" altLang="en-US" sz="1600" b="0" i="0">
              <a:solidFill>
                <a:srgbClr val="2C2C36"/>
              </a:solidFill>
              <a:latin typeface="+mn-ea"/>
              <a:cs typeface="+mn-ea"/>
            </a:endParaRPr>
          </a:p>
          <a:p>
            <a:pPr marL="0" indent="0"/>
            <a:r>
              <a:rPr lang="zh-CN" altLang="en-US" sz="1600" b="0" i="0">
                <a:solidFill>
                  <a:srgbClr val="2C2C36"/>
                </a:solidFill>
                <a:latin typeface="+mn-ea"/>
                <a:cs typeface="+mn-ea"/>
              </a:rPr>
              <a:t>其中主要会影响到</a:t>
            </a:r>
            <a:r>
              <a:rPr lang="en-US" altLang="zh-CN" sz="1600" b="0" i="0">
                <a:solidFill>
                  <a:srgbClr val="2C2C36"/>
                </a:solidFill>
                <a:latin typeface="+mn-ea"/>
                <a:cs typeface="+mn-ea"/>
              </a:rPr>
              <a:t> </a:t>
            </a:r>
            <a:r>
              <a:rPr lang="zh-CN" altLang="en-US" sz="1600" b="1" i="0">
                <a:solidFill>
                  <a:srgbClr val="2C2C36"/>
                </a:solidFill>
                <a:latin typeface="+mn-ea"/>
                <a:cs typeface="+mn-ea"/>
              </a:rPr>
              <a:t>系统监控</a:t>
            </a:r>
            <a:br>
              <a:rPr lang="zh-CN" altLang="en-US" sz="1600" b="0" i="0">
                <a:solidFill>
                  <a:srgbClr val="2C2C36"/>
                </a:solidFill>
                <a:latin typeface="+mn-ea"/>
                <a:cs typeface="+mn-ea"/>
              </a:rPr>
            </a:br>
            <a:endParaRPr lang="zh-CN" altLang="en-US" sz="1600" b="0" i="0">
              <a:solidFill>
                <a:srgbClr val="2C2C36"/>
              </a:solidFill>
              <a:latin typeface="+mn-ea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773680" y="3108960"/>
            <a:ext cx="6156960" cy="1971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需求变更过程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</a:t>
            </a:r>
            <a:endParaRPr lang="zh-CN" altLang="en-US" sz="22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5" y="789940"/>
            <a:ext cx="7698740" cy="349059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36955" y="4441190"/>
            <a:ext cx="5370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en-US" altLang="zh-CN"/>
              <a:t>PingCode</a:t>
            </a:r>
            <a:r>
              <a:rPr lang="zh-CN" altLang="en-US"/>
              <a:t>中，我们新增了</a:t>
            </a:r>
            <a:r>
              <a:rPr lang="zh-CN" altLang="en-US"/>
              <a:t>相关需求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需求分析文档修订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7" name="文本框 16"/>
          <p:cNvSpPr txBox="1"/>
          <p:nvPr/>
        </p:nvSpPr>
        <p:spPr>
          <a:xfrm>
            <a:off x="431800" y="1358900"/>
            <a:ext cx="7550785" cy="2386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在需求变更报告通过后我们将对其他文档进行相应地</a:t>
            </a:r>
            <a:r>
              <a:rPr lang="zh-CN" altLang="en-US"/>
              <a:t>更新：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/>
              <a:t>更新了需求</a:t>
            </a:r>
            <a:r>
              <a:rPr lang="zh-CN" altLang="en-US"/>
              <a:t>分析；</a:t>
            </a:r>
            <a:endParaRPr lang="zh-CN" alt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/>
              <a:t>更新了</a:t>
            </a:r>
            <a:r>
              <a:rPr lang="zh-CN" altLang="en-US"/>
              <a:t>用户手册；</a:t>
            </a:r>
            <a:endParaRPr lang="zh-CN" alt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/>
              <a:t>更新了可行性</a:t>
            </a:r>
            <a:r>
              <a:rPr lang="zh-CN" altLang="en-US"/>
              <a:t>分析；</a:t>
            </a:r>
            <a:endParaRPr lang="zh-CN" alt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/>
              <a:t>更新了</a:t>
            </a:r>
            <a:r>
              <a:rPr lang="zh-CN" altLang="en-US"/>
              <a:t>界面原型；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校务机器人</a:t>
            </a: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7" name="文本框 16"/>
          <p:cNvSpPr txBox="1"/>
          <p:nvPr/>
        </p:nvSpPr>
        <p:spPr>
          <a:xfrm>
            <a:off x="431800" y="1358900"/>
            <a:ext cx="7550785" cy="2386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" y="1009650"/>
            <a:ext cx="7847965" cy="21901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1500" y="3523615"/>
            <a:ext cx="8023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我们对新提出的需求进行了新的优先级分析，并更新了需求分析</a:t>
            </a:r>
            <a:r>
              <a:rPr lang="zh-CN" altLang="en-US"/>
              <a:t>文档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校务机器人可行性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研究报告</a:t>
            </a:r>
            <a:endParaRPr lang="zh-CN" altLang="en-US" sz="22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7" name="文本框 16"/>
          <p:cNvSpPr txBox="1"/>
          <p:nvPr/>
        </p:nvSpPr>
        <p:spPr>
          <a:xfrm>
            <a:off x="431800" y="1358900"/>
            <a:ext cx="7550785" cy="2386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例如：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38835" y="3745865"/>
            <a:ext cx="7143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在可行性报告中，我们在多个</a:t>
            </a:r>
            <a:r>
              <a:rPr lang="zh-CN" altLang="en-US"/>
              <a:t>位置加入了有关于管理功能的</a:t>
            </a:r>
            <a:r>
              <a:rPr lang="zh-CN" altLang="en-US"/>
              <a:t>表述。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75" y="1292860"/>
            <a:ext cx="7646670" cy="20345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原型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更新</a:t>
            </a:r>
            <a:endParaRPr lang="zh-CN" altLang="en-US" sz="22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文本框 5"/>
          <p:cNvSpPr txBox="1"/>
          <p:nvPr/>
        </p:nvSpPr>
        <p:spPr>
          <a:xfrm>
            <a:off x="183515" y="742950"/>
            <a:ext cx="3174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更新</a:t>
            </a:r>
            <a:r>
              <a:rPr lang="zh-CN" altLang="en-US"/>
              <a:t>以及制作了相关</a:t>
            </a:r>
            <a:r>
              <a:rPr lang="zh-CN" altLang="en-US"/>
              <a:t>原型</a:t>
            </a:r>
            <a:endParaRPr lang="zh-CN" altLang="en-US"/>
          </a:p>
        </p:txBody>
      </p:sp>
      <p:pic>
        <p:nvPicPr>
          <p:cNvPr id="40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975" y="231775"/>
            <a:ext cx="2662555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590" y="1111250"/>
            <a:ext cx="3530600" cy="3868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18" y="2892108"/>
            <a:ext cx="5257165" cy="2087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校务机器人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用户手册</a:t>
            </a:r>
            <a:endParaRPr lang="zh-CN" altLang="en-US" sz="22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7" name="文本框 16"/>
          <p:cNvSpPr txBox="1"/>
          <p:nvPr/>
        </p:nvSpPr>
        <p:spPr>
          <a:xfrm>
            <a:off x="431800" y="1358900"/>
            <a:ext cx="7550785" cy="2386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28395" y="4487545"/>
            <a:ext cx="7143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在用户手册的使用指南中新增了管理员界面的相关介绍和</a:t>
            </a:r>
            <a:r>
              <a:rPr lang="zh-CN" altLang="en-US"/>
              <a:t>操作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235" y="685800"/>
            <a:ext cx="5742305" cy="35344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</a:t>
            </a:r>
            <a:r>
              <a:rPr lang="zh-CN" alt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契约</a:t>
            </a:r>
            <a:endParaRPr lang="zh-CN" altLang="en-US" sz="37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团队契约</a:t>
            </a:r>
            <a:endParaRPr lang="zh-CN" altLang="en-US" sz="22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15" y="394335"/>
            <a:ext cx="6592570" cy="386016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72440" y="4568190"/>
            <a:ext cx="836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此外，在</a:t>
            </a:r>
            <a:r>
              <a:rPr lang="en-US" altLang="zh-CN"/>
              <a:t>team building</a:t>
            </a:r>
            <a:r>
              <a:rPr lang="zh-CN" altLang="en-US"/>
              <a:t>的工作体现中，我们共同讨论制作了这个</a:t>
            </a:r>
            <a:r>
              <a:rPr lang="zh-CN" altLang="en-US"/>
              <a:t>团队契约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分工以及</a:t>
            </a:r>
            <a:r>
              <a:rPr lang="zh-CN" alt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</a:t>
            </a:r>
            <a:endParaRPr lang="zh-CN" altLang="en-US" sz="37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分工以及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</a:t>
            </a:r>
            <a:endParaRPr lang="zh-CN" altLang="en-US" sz="22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5" name="文本框 4"/>
          <p:cNvSpPr txBox="1"/>
          <p:nvPr/>
        </p:nvSpPr>
        <p:spPr>
          <a:xfrm>
            <a:off x="893445" y="1404620"/>
            <a:ext cx="4669155" cy="302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/>
              <a:t>郭伟进：原型的更新，工单的建立和</a:t>
            </a:r>
            <a:r>
              <a:rPr lang="zh-CN" altLang="en-US"/>
              <a:t>管理</a:t>
            </a:r>
            <a:endParaRPr lang="zh-CN" alt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/>
              <a:t>范品樟：变更可行性</a:t>
            </a:r>
            <a:r>
              <a:rPr lang="zh-CN" altLang="en-US"/>
              <a:t>分析与</a:t>
            </a:r>
            <a:r>
              <a:rPr lang="zh-CN" altLang="en-US"/>
              <a:t>评级</a:t>
            </a:r>
            <a:endParaRPr lang="zh-CN" alt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/>
              <a:t>阮精特：用户手册更新，</a:t>
            </a:r>
            <a:endParaRPr lang="zh-CN" alt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/>
              <a:t>林锴：</a:t>
            </a:r>
            <a:r>
              <a:rPr lang="en-US" altLang="zh-CN">
                <a:sym typeface="+mn-ea"/>
              </a:rPr>
              <a:t>TeamBuilding</a:t>
            </a:r>
            <a:r>
              <a:rPr lang="zh-CN" altLang="en-US">
                <a:sym typeface="+mn-ea"/>
              </a:rPr>
              <a:t>总结</a:t>
            </a:r>
            <a:endParaRPr lang="zh-CN" altLang="en-US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/>
              <a:t>麻克强：项目管理工具的</a:t>
            </a:r>
            <a:r>
              <a:rPr lang="zh-CN" altLang="en-US"/>
              <a:t>操作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774055" y="1404620"/>
            <a:ext cx="1478280" cy="302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en-US" altLang="zh-CN"/>
              <a:t>5.0</a:t>
            </a:r>
            <a:endParaRPr lang="zh-CN" altLang="en-US"/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en-US" altLang="zh-CN"/>
              <a:t>4.7</a:t>
            </a:r>
            <a:endParaRPr lang="en-US" altLang="zh-CN"/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en-US" altLang="zh-CN"/>
              <a:t>4.9</a:t>
            </a:r>
            <a:endParaRPr lang="zh-CN" altLang="en-US"/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en-US"/>
              <a:t>4.6</a:t>
            </a:r>
            <a:endParaRPr lang="en-US"/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en-US" altLang="zh-CN"/>
              <a:t>4.0</a:t>
            </a: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3C75AA"/>
          </a:solid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MzA5OWNjNTcxODQ5OTIyM2NmN2EyZjYwMzFjNzVkMz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714</Words>
  <Application>WPS 演示</Application>
  <PresentationFormat>On-screen Show (16:9)</PresentationFormat>
  <Paragraphs>114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微软雅黑</vt:lpstr>
      <vt:lpstr>-apple-system</vt:lpstr>
      <vt:lpstr>AMGDT</vt:lpstr>
      <vt:lpstr>Calibri</vt:lpstr>
      <vt:lpstr>等线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你好，陌路人</cp:lastModifiedBy>
  <cp:revision>5</cp:revision>
  <dcterms:created xsi:type="dcterms:W3CDTF">2025-06-08T12:23:00Z</dcterms:created>
  <dcterms:modified xsi:type="dcterms:W3CDTF">2025-06-09T03:23:12Z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3256437FC2D44453BB43BD69176EFF13_12</vt:lpwstr>
  </property>
  <property fmtid="{D5CDD505-2E9C-101B-9397-08002B2CF9AE}" pid="3" name="KSOProductBuildVer">
    <vt:lpwstr>2052-12.1.0.16120</vt:lpwstr>
  </property>
</Properties>
</file>